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513" autoAdjust="0"/>
  </p:normalViewPr>
  <p:slideViewPr>
    <p:cSldViewPr snapToGrid="0">
      <p:cViewPr varScale="1">
        <p:scale>
          <a:sx n="84" d="100"/>
          <a:sy n="84" d="100"/>
        </p:scale>
        <p:origin x="15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e7rey@yahoo.com" userId="24b80ac2850c150b" providerId="LiveId" clId="{9D0604A3-4239-4E5B-A64C-C4C40C226134}"/>
    <pc:docChg chg="custSel addSld delSld modSld">
      <pc:chgData name="june7rey@yahoo.com" userId="24b80ac2850c150b" providerId="LiveId" clId="{9D0604A3-4239-4E5B-A64C-C4C40C226134}" dt="2026-10-13T06:05:03.273" v="3275" actId="20577"/>
      <pc:docMkLst>
        <pc:docMk/>
      </pc:docMkLst>
      <pc:sldChg chg="modNotes">
        <pc:chgData name="june7rey@yahoo.com" userId="24b80ac2850c150b" providerId="LiveId" clId="{9D0604A3-4239-4E5B-A64C-C4C40C226134}" dt="2026-10-13T06:05:03.087" v="3254" actId="20577"/>
        <pc:sldMkLst>
          <pc:docMk/>
          <pc:sldMk cId="3802829097" sldId="256"/>
        </pc:sldMkLst>
      </pc:sldChg>
      <pc:sldChg chg="modNotes">
        <pc:chgData name="june7rey@yahoo.com" userId="24b80ac2850c150b" providerId="LiveId" clId="{9D0604A3-4239-4E5B-A64C-C4C40C226134}" dt="2026-10-13T06:05:03.105" v="3256" actId="20577"/>
        <pc:sldMkLst>
          <pc:docMk/>
          <pc:sldMk cId="1187906343" sldId="257"/>
        </pc:sldMkLst>
      </pc:sldChg>
      <pc:sldChg chg="modNotes">
        <pc:chgData name="june7rey@yahoo.com" userId="24b80ac2850c150b" providerId="LiveId" clId="{9D0604A3-4239-4E5B-A64C-C4C40C226134}" dt="2026-10-13T06:05:03.119" v="3257" actId="20577"/>
        <pc:sldMkLst>
          <pc:docMk/>
          <pc:sldMk cId="962581561" sldId="258"/>
        </pc:sldMkLst>
      </pc:sldChg>
      <pc:sldChg chg="modNotes">
        <pc:chgData name="june7rey@yahoo.com" userId="24b80ac2850c150b" providerId="LiveId" clId="{9D0604A3-4239-4E5B-A64C-C4C40C226134}" dt="2026-10-13T06:05:03.129" v="3258" actId="20577"/>
        <pc:sldMkLst>
          <pc:docMk/>
          <pc:sldMk cId="846899232" sldId="259"/>
        </pc:sldMkLst>
      </pc:sldChg>
      <pc:sldChg chg="modNotes">
        <pc:chgData name="june7rey@yahoo.com" userId="24b80ac2850c150b" providerId="LiveId" clId="{9D0604A3-4239-4E5B-A64C-C4C40C226134}" dt="2026-10-13T06:05:03.139" v="3259" actId="20577"/>
        <pc:sldMkLst>
          <pc:docMk/>
          <pc:sldMk cId="350711105" sldId="260"/>
        </pc:sldMkLst>
      </pc:sldChg>
      <pc:sldChg chg="modNotes">
        <pc:chgData name="june7rey@yahoo.com" userId="24b80ac2850c150b" providerId="LiveId" clId="{9D0604A3-4239-4E5B-A64C-C4C40C226134}" dt="2026-10-13T06:05:03.148" v="3260" actId="20577"/>
        <pc:sldMkLst>
          <pc:docMk/>
          <pc:sldMk cId="330714075" sldId="261"/>
        </pc:sldMkLst>
      </pc:sldChg>
      <pc:sldChg chg="modNotes">
        <pc:chgData name="june7rey@yahoo.com" userId="24b80ac2850c150b" providerId="LiveId" clId="{9D0604A3-4239-4E5B-A64C-C4C40C226134}" dt="2026-10-13T06:05:03.156" v="3261" actId="20577"/>
        <pc:sldMkLst>
          <pc:docMk/>
          <pc:sldMk cId="411730335" sldId="262"/>
        </pc:sldMkLst>
      </pc:sldChg>
      <pc:sldChg chg="modNotes">
        <pc:chgData name="june7rey@yahoo.com" userId="24b80ac2850c150b" providerId="LiveId" clId="{9D0604A3-4239-4E5B-A64C-C4C40C226134}" dt="2026-10-13T06:05:03.162" v="3262" actId="20577"/>
        <pc:sldMkLst>
          <pc:docMk/>
          <pc:sldMk cId="159130264" sldId="263"/>
        </pc:sldMkLst>
      </pc:sldChg>
      <pc:sldChg chg="modNotes">
        <pc:chgData name="june7rey@yahoo.com" userId="24b80ac2850c150b" providerId="LiveId" clId="{9D0604A3-4239-4E5B-A64C-C4C40C226134}" dt="2026-10-13T06:05:03.174" v="3263" actId="20577"/>
        <pc:sldMkLst>
          <pc:docMk/>
          <pc:sldMk cId="1685075057" sldId="264"/>
        </pc:sldMkLst>
      </pc:sldChg>
      <pc:sldChg chg="modNotes">
        <pc:chgData name="june7rey@yahoo.com" userId="24b80ac2850c150b" providerId="LiveId" clId="{9D0604A3-4239-4E5B-A64C-C4C40C226134}" dt="2026-10-13T06:05:03.178" v="3264" actId="20577"/>
        <pc:sldMkLst>
          <pc:docMk/>
          <pc:sldMk cId="2753993679" sldId="265"/>
        </pc:sldMkLst>
      </pc:sldChg>
      <pc:sldChg chg="modNotes">
        <pc:chgData name="june7rey@yahoo.com" userId="24b80ac2850c150b" providerId="LiveId" clId="{9D0604A3-4239-4E5B-A64C-C4C40C226134}" dt="2026-10-13T06:05:03.178" v="3265" actId="20577"/>
        <pc:sldMkLst>
          <pc:docMk/>
          <pc:sldMk cId="3094215704" sldId="266"/>
        </pc:sldMkLst>
      </pc:sldChg>
      <pc:sldChg chg="addSp modSp add mod setBg modNotes">
        <pc:chgData name="june7rey@yahoo.com" userId="24b80ac2850c150b" providerId="LiveId" clId="{9D0604A3-4239-4E5B-A64C-C4C40C226134}" dt="2026-10-13T06:05:03.105" v="3255" actId="20577"/>
        <pc:sldMkLst>
          <pc:docMk/>
          <pc:sldMk cId="620778284" sldId="267"/>
        </pc:sldMkLst>
        <pc:spChg chg="add mod">
          <ac:chgData name="june7rey@yahoo.com" userId="24b80ac2850c150b" providerId="LiveId" clId="{9D0604A3-4239-4E5B-A64C-C4C40C226134}" dt="2026-10-13T05:26:42.497" v="5"/>
          <ac:spMkLst>
            <pc:docMk/>
            <pc:sldMk cId="620778284" sldId="267"/>
            <ac:spMk id="2" creationId="{9CFD967F-C8AD-9A83-194F-290484644ECE}"/>
          </ac:spMkLst>
        </pc:spChg>
        <pc:spChg chg="add mod">
          <ac:chgData name="june7rey@yahoo.com" userId="24b80ac2850c150b" providerId="LiveId" clId="{9D0604A3-4239-4E5B-A64C-C4C40C226134}" dt="2026-10-13T05:26:42.604" v="17" actId="948"/>
          <ac:spMkLst>
            <pc:docMk/>
            <pc:sldMk cId="620778284" sldId="267"/>
            <ac:spMk id="3" creationId="{29EA87D6-27C9-AD25-7EEA-31D9961E5035}"/>
          </ac:spMkLst>
        </pc:spChg>
        <pc:spChg chg="add mod">
          <ac:chgData name="june7rey@yahoo.com" userId="24b80ac2850c150b" providerId="LiveId" clId="{9D0604A3-4239-4E5B-A64C-C4C40C226134}" dt="2026-10-13T05:26:42.615" v="29" actId="948"/>
          <ac:spMkLst>
            <pc:docMk/>
            <pc:sldMk cId="620778284" sldId="267"/>
            <ac:spMk id="4" creationId="{76050AE5-5972-0A98-52CC-38021AC2176C}"/>
          </ac:spMkLst>
        </pc:spChg>
        <pc:spChg chg="add mod">
          <ac:chgData name="june7rey@yahoo.com" userId="24b80ac2850c150b" providerId="LiveId" clId="{9D0604A3-4239-4E5B-A64C-C4C40C226134}" dt="2026-10-13T05:26:42.648" v="35" actId="1582"/>
          <ac:spMkLst>
            <pc:docMk/>
            <pc:sldMk cId="620778284" sldId="267"/>
            <ac:spMk id="7" creationId="{D7CC003E-4E15-E8C1-16BE-05877E1FFE3B}"/>
          </ac:spMkLst>
        </pc:spChg>
        <pc:spChg chg="add mod">
          <ac:chgData name="june7rey@yahoo.com" userId="24b80ac2850c150b" providerId="LiveId" clId="{9D0604A3-4239-4E5B-A64C-C4C40C226134}" dt="2026-10-13T05:26:42.648" v="39" actId="1582"/>
          <ac:spMkLst>
            <pc:docMk/>
            <pc:sldMk cId="620778284" sldId="267"/>
            <ac:spMk id="8" creationId="{0354C6C2-30B0-8AA0-57CA-6DE3995F7AE3}"/>
          </ac:spMkLst>
        </pc:spChg>
        <pc:spChg chg="add mod">
          <ac:chgData name="june7rey@yahoo.com" userId="24b80ac2850c150b" providerId="LiveId" clId="{9D0604A3-4239-4E5B-A64C-C4C40C226134}" dt="2026-10-13T05:26:42.662" v="55" actId="948"/>
          <ac:spMkLst>
            <pc:docMk/>
            <pc:sldMk cId="620778284" sldId="267"/>
            <ac:spMk id="13" creationId="{4C0813AF-D83E-5179-FE61-A51CEDCA59C0}"/>
          </ac:spMkLst>
        </pc:spChg>
        <pc:spChg chg="add mod">
          <ac:chgData name="june7rey@yahoo.com" userId="24b80ac2850c150b" providerId="LiveId" clId="{9D0604A3-4239-4E5B-A64C-C4C40C226134}" dt="2026-10-13T05:26:42.679" v="67" actId="948"/>
          <ac:spMkLst>
            <pc:docMk/>
            <pc:sldMk cId="620778284" sldId="267"/>
            <ac:spMk id="14" creationId="{41D47133-2ED0-3E3D-E18A-395F061D11F2}"/>
          </ac:spMkLst>
        </pc:spChg>
        <pc:spChg chg="add mod">
          <ac:chgData name="june7rey@yahoo.com" userId="24b80ac2850c150b" providerId="LiveId" clId="{9D0604A3-4239-4E5B-A64C-C4C40C226134}" dt="2026-10-13T05:26:42.697" v="79" actId="948"/>
          <ac:spMkLst>
            <pc:docMk/>
            <pc:sldMk cId="620778284" sldId="267"/>
            <ac:spMk id="15" creationId="{BD326F9A-B782-5A09-C0A0-12070EE3ADB0}"/>
          </ac:spMkLst>
        </pc:spChg>
        <pc:spChg chg="add mod">
          <ac:chgData name="june7rey@yahoo.com" userId="24b80ac2850c150b" providerId="LiveId" clId="{9D0604A3-4239-4E5B-A64C-C4C40C226134}" dt="2026-10-13T05:26:42.712" v="91" actId="948"/>
          <ac:spMkLst>
            <pc:docMk/>
            <pc:sldMk cId="620778284" sldId="267"/>
            <ac:spMk id="16" creationId="{58FF9A6B-0C08-FD1A-3285-BDFA6B4FF369}"/>
          </ac:spMkLst>
        </pc:spChg>
        <pc:spChg chg="add mod">
          <ac:chgData name="june7rey@yahoo.com" userId="24b80ac2850c150b" providerId="LiveId" clId="{9D0604A3-4239-4E5B-A64C-C4C40C226134}" dt="2026-10-13T05:26:42.727" v="94"/>
          <ac:spMkLst>
            <pc:docMk/>
            <pc:sldMk cId="620778284" sldId="267"/>
            <ac:spMk id="17" creationId="{2D7448B4-4877-BD79-1DBA-FE4DB201A713}"/>
          </ac:spMkLst>
        </pc:spChg>
        <pc:spChg chg="add mod">
          <ac:chgData name="june7rey@yahoo.com" userId="24b80ac2850c150b" providerId="LiveId" clId="{9D0604A3-4239-4E5B-A64C-C4C40C226134}" dt="2026-10-13T05:26:42.744" v="106" actId="948"/>
          <ac:spMkLst>
            <pc:docMk/>
            <pc:sldMk cId="620778284" sldId="267"/>
            <ac:spMk id="18" creationId="{DA3A7290-38EC-4DDF-E260-B214AE3C218F}"/>
          </ac:spMkLst>
        </pc:spChg>
        <pc:spChg chg="add mod">
          <ac:chgData name="june7rey@yahoo.com" userId="24b80ac2850c150b" providerId="LiveId" clId="{9D0604A3-4239-4E5B-A64C-C4C40C226134}" dt="2026-10-13T05:26:42.762" v="118" actId="948"/>
          <ac:spMkLst>
            <pc:docMk/>
            <pc:sldMk cId="620778284" sldId="267"/>
            <ac:spMk id="19" creationId="{46722095-8559-FA6B-3D99-737C6A8DE132}"/>
          </ac:spMkLst>
        </pc:spChg>
        <pc:picChg chg="add mod">
          <ac:chgData name="june7rey@yahoo.com" userId="24b80ac2850c150b" providerId="LiveId" clId="{9D0604A3-4239-4E5B-A64C-C4C40C226134}" dt="2026-10-13T05:26:42.629" v="31"/>
          <ac:picMkLst>
            <pc:docMk/>
            <pc:sldMk cId="620778284" sldId="267"/>
            <ac:picMk id="6" creationId="{E5CFCDC4-81AA-8E6E-7A00-EE1CC901FE85}"/>
          </ac:picMkLst>
        </pc:picChg>
        <pc:picChg chg="add mod">
          <ac:chgData name="june7rey@yahoo.com" userId="24b80ac2850c150b" providerId="LiveId" clId="{9D0604A3-4239-4E5B-A64C-C4C40C226134}" dt="2026-10-13T05:26:42.648" v="41"/>
          <ac:picMkLst>
            <pc:docMk/>
            <pc:sldMk cId="620778284" sldId="267"/>
            <ac:picMk id="10" creationId="{E10157D2-0D2C-3E44-291D-2C7043E0BC08}"/>
          </ac:picMkLst>
        </pc:picChg>
        <pc:picChg chg="add mod">
          <ac:chgData name="june7rey@yahoo.com" userId="24b80ac2850c150b" providerId="LiveId" clId="{9D0604A3-4239-4E5B-A64C-C4C40C226134}" dt="2026-10-13T05:26:42.648" v="43"/>
          <ac:picMkLst>
            <pc:docMk/>
            <pc:sldMk cId="620778284" sldId="267"/>
            <ac:picMk id="12" creationId="{EAC6FBCB-E3DA-7610-EBF8-2D017E4FF5AA}"/>
          </ac:picMkLst>
        </pc:picChg>
      </pc:sldChg>
      <pc:sldChg chg="addSp modSp add del mod setBg">
        <pc:chgData name="june7rey@yahoo.com" userId="24b80ac2850c150b" providerId="LiveId" clId="{9D0604A3-4239-4E5B-A64C-C4C40C226134}" dt="2026-10-13T05:31:46.328" v="1318" actId="2696"/>
        <pc:sldMkLst>
          <pc:docMk/>
          <pc:sldMk cId="898010585" sldId="268"/>
        </pc:sldMkLst>
        <pc:spChg chg="add mod">
          <ac:chgData name="june7rey@yahoo.com" userId="24b80ac2850c150b" providerId="LiveId" clId="{9D0604A3-4239-4E5B-A64C-C4C40C226134}" dt="2026-10-13T05:31:19.078" v="724"/>
          <ac:spMkLst>
            <pc:docMk/>
            <pc:sldMk cId="898010585" sldId="268"/>
            <ac:spMk id="2" creationId="{75B64F67-CFA3-EE78-1739-43A698C1EA83}"/>
          </ac:spMkLst>
        </pc:spChg>
        <pc:spChg chg="add mod">
          <ac:chgData name="june7rey@yahoo.com" userId="24b80ac2850c150b" providerId="LiveId" clId="{9D0604A3-4239-4E5B-A64C-C4C40C226134}" dt="2026-10-13T05:31:19.178" v="736" actId="948"/>
          <ac:spMkLst>
            <pc:docMk/>
            <pc:sldMk cId="898010585" sldId="268"/>
            <ac:spMk id="3" creationId="{191E7F17-D196-E1E7-5169-C128C31498C3}"/>
          </ac:spMkLst>
        </pc:spChg>
        <pc:spChg chg="add mod">
          <ac:chgData name="june7rey@yahoo.com" userId="24b80ac2850c150b" providerId="LiveId" clId="{9D0604A3-4239-4E5B-A64C-C4C40C226134}" dt="2026-10-13T05:31:19.195" v="748" actId="948"/>
          <ac:spMkLst>
            <pc:docMk/>
            <pc:sldMk cId="898010585" sldId="268"/>
            <ac:spMk id="4" creationId="{9F826201-ED15-CB5F-A654-15541BB00BC1}"/>
          </ac:spMkLst>
        </pc:spChg>
        <pc:spChg chg="add mod">
          <ac:chgData name="june7rey@yahoo.com" userId="24b80ac2850c150b" providerId="LiveId" clId="{9D0604A3-4239-4E5B-A64C-C4C40C226134}" dt="2026-10-13T05:31:19.228" v="754" actId="1582"/>
          <ac:spMkLst>
            <pc:docMk/>
            <pc:sldMk cId="898010585" sldId="268"/>
            <ac:spMk id="7" creationId="{A07B4994-76CF-18EB-6439-4197598546D7}"/>
          </ac:spMkLst>
        </pc:spChg>
        <pc:spChg chg="add mod">
          <ac:chgData name="june7rey@yahoo.com" userId="24b80ac2850c150b" providerId="LiveId" clId="{9D0604A3-4239-4E5B-A64C-C4C40C226134}" dt="2026-10-13T05:31:19.246" v="768" actId="948"/>
          <ac:spMkLst>
            <pc:docMk/>
            <pc:sldMk cId="898010585" sldId="268"/>
            <ac:spMk id="10" creationId="{4169AF90-17B3-E588-6651-490E8B7176E4}"/>
          </ac:spMkLst>
        </pc:spChg>
        <pc:spChg chg="add mod">
          <ac:chgData name="june7rey@yahoo.com" userId="24b80ac2850c150b" providerId="LiveId" clId="{9D0604A3-4239-4E5B-A64C-C4C40C226134}" dt="2026-10-13T05:31:19.262" v="780" actId="948"/>
          <ac:spMkLst>
            <pc:docMk/>
            <pc:sldMk cId="898010585" sldId="268"/>
            <ac:spMk id="11" creationId="{023E42F3-FDE0-92DB-3C0D-5BBE03CEBD26}"/>
          </ac:spMkLst>
        </pc:spChg>
        <pc:spChg chg="add mod">
          <ac:chgData name="june7rey@yahoo.com" userId="24b80ac2850c150b" providerId="LiveId" clId="{9D0604A3-4239-4E5B-A64C-C4C40C226134}" dt="2026-10-13T05:31:19.277" v="784" actId="1582"/>
          <ac:spMkLst>
            <pc:docMk/>
            <pc:sldMk cId="898010585" sldId="268"/>
            <ac:spMk id="12" creationId="{29DBFB9B-466C-E556-9E1D-0371B9530837}"/>
          </ac:spMkLst>
        </pc:spChg>
        <pc:spChg chg="add mod">
          <ac:chgData name="june7rey@yahoo.com" userId="24b80ac2850c150b" providerId="LiveId" clId="{9D0604A3-4239-4E5B-A64C-C4C40C226134}" dt="2026-10-13T05:31:19.295" v="798" actId="948"/>
          <ac:spMkLst>
            <pc:docMk/>
            <pc:sldMk cId="898010585" sldId="268"/>
            <ac:spMk id="15" creationId="{07A25A6E-F20D-4AA6-56DE-904EC731CFE0}"/>
          </ac:spMkLst>
        </pc:spChg>
        <pc:spChg chg="add mod">
          <ac:chgData name="june7rey@yahoo.com" userId="24b80ac2850c150b" providerId="LiveId" clId="{9D0604A3-4239-4E5B-A64C-C4C40C226134}" dt="2026-10-13T05:31:19.312" v="810" actId="948"/>
          <ac:spMkLst>
            <pc:docMk/>
            <pc:sldMk cId="898010585" sldId="268"/>
            <ac:spMk id="16" creationId="{8A97243E-94E2-91EA-B86D-68E2121C7489}"/>
          </ac:spMkLst>
        </pc:spChg>
        <pc:spChg chg="add mod">
          <ac:chgData name="june7rey@yahoo.com" userId="24b80ac2850c150b" providerId="LiveId" clId="{9D0604A3-4239-4E5B-A64C-C4C40C226134}" dt="2026-10-13T05:31:19.312" v="813"/>
          <ac:spMkLst>
            <pc:docMk/>
            <pc:sldMk cId="898010585" sldId="268"/>
            <ac:spMk id="17" creationId="{62C60608-F76C-D725-4E6F-7F1340A2308E}"/>
          </ac:spMkLst>
        </pc:spChg>
        <pc:spChg chg="add mod">
          <ac:chgData name="june7rey@yahoo.com" userId="24b80ac2850c150b" providerId="LiveId" clId="{9D0604A3-4239-4E5B-A64C-C4C40C226134}" dt="2026-10-13T05:31:19.328" v="825" actId="948"/>
          <ac:spMkLst>
            <pc:docMk/>
            <pc:sldMk cId="898010585" sldId="268"/>
            <ac:spMk id="18" creationId="{E997DF22-4119-03A8-283C-2E4FCBE49683}"/>
          </ac:spMkLst>
        </pc:spChg>
        <pc:spChg chg="add mod">
          <ac:chgData name="june7rey@yahoo.com" userId="24b80ac2850c150b" providerId="LiveId" clId="{9D0604A3-4239-4E5B-A64C-C4C40C226134}" dt="2026-10-13T05:31:19.345" v="837" actId="948"/>
          <ac:spMkLst>
            <pc:docMk/>
            <pc:sldMk cId="898010585" sldId="268"/>
            <ac:spMk id="19" creationId="{4B463BCB-F49B-A1BA-B931-F024D38B55AA}"/>
          </ac:spMkLst>
        </pc:spChg>
        <pc:picChg chg="add mod">
          <ac:chgData name="june7rey@yahoo.com" userId="24b80ac2850c150b" providerId="LiveId" clId="{9D0604A3-4239-4E5B-A64C-C4C40C226134}" dt="2026-10-13T05:31:19.203" v="750"/>
          <ac:picMkLst>
            <pc:docMk/>
            <pc:sldMk cId="898010585" sldId="268"/>
            <ac:picMk id="6" creationId="{3D1F1691-DFAA-E71D-EB67-16978E346E41}"/>
          </ac:picMkLst>
        </pc:picChg>
        <pc:picChg chg="add mod">
          <ac:chgData name="june7rey@yahoo.com" userId="24b80ac2850c150b" providerId="LiveId" clId="{9D0604A3-4239-4E5B-A64C-C4C40C226134}" dt="2026-10-13T05:31:19.231" v="756"/>
          <ac:picMkLst>
            <pc:docMk/>
            <pc:sldMk cId="898010585" sldId="268"/>
            <ac:picMk id="9" creationId="{51693AD4-18F3-25AA-3585-823DD554FBC5}"/>
          </ac:picMkLst>
        </pc:picChg>
        <pc:picChg chg="add mod">
          <ac:chgData name="june7rey@yahoo.com" userId="24b80ac2850c150b" providerId="LiveId" clId="{9D0604A3-4239-4E5B-A64C-C4C40C226134}" dt="2026-10-13T05:31:19.278" v="786"/>
          <ac:picMkLst>
            <pc:docMk/>
            <pc:sldMk cId="898010585" sldId="268"/>
            <ac:picMk id="14" creationId="{0E45D7DC-8D06-0259-F820-A461A4E044CC}"/>
          </ac:picMkLst>
        </pc:picChg>
      </pc:sldChg>
      <pc:sldChg chg="addSp modSp add mod setBg modNotes">
        <pc:chgData name="june7rey@yahoo.com" userId="24b80ac2850c150b" providerId="LiveId" clId="{9D0604A3-4239-4E5B-A64C-C4C40C226134}" dt="2026-10-13T06:05:03.194" v="3266" actId="20577"/>
        <pc:sldMkLst>
          <pc:docMk/>
          <pc:sldMk cId="1114780261" sldId="268"/>
        </pc:sldMkLst>
        <pc:spChg chg="add mod">
          <ac:chgData name="june7rey@yahoo.com" userId="24b80ac2850c150b" providerId="LiveId" clId="{9D0604A3-4239-4E5B-A64C-C4C40C226134}" dt="2026-10-13T05:46:23.335" v="1924"/>
          <ac:spMkLst>
            <pc:docMk/>
            <pc:sldMk cId="1114780261" sldId="268"/>
            <ac:spMk id="2" creationId="{5084EB70-7A4C-2E3D-CF6C-60BE2F8BB416}"/>
          </ac:spMkLst>
        </pc:spChg>
        <pc:spChg chg="add mod">
          <ac:chgData name="june7rey@yahoo.com" userId="24b80ac2850c150b" providerId="LiveId" clId="{9D0604A3-4239-4E5B-A64C-C4C40C226134}" dt="2026-10-13T05:46:23.429" v="1936" actId="948"/>
          <ac:spMkLst>
            <pc:docMk/>
            <pc:sldMk cId="1114780261" sldId="268"/>
            <ac:spMk id="3" creationId="{EA946CBC-59C2-1DE3-9095-2E8CC086FA39}"/>
          </ac:spMkLst>
        </pc:spChg>
        <pc:spChg chg="add mod">
          <ac:chgData name="june7rey@yahoo.com" userId="24b80ac2850c150b" providerId="LiveId" clId="{9D0604A3-4239-4E5B-A64C-C4C40C226134}" dt="2026-10-13T05:46:23.444" v="1948" actId="948"/>
          <ac:spMkLst>
            <pc:docMk/>
            <pc:sldMk cId="1114780261" sldId="268"/>
            <ac:spMk id="4" creationId="{CE44766E-E5D7-43A6-8153-100109323730}"/>
          </ac:spMkLst>
        </pc:spChg>
        <pc:spChg chg="add mod">
          <ac:chgData name="june7rey@yahoo.com" userId="24b80ac2850c150b" providerId="LiveId" clId="{9D0604A3-4239-4E5B-A64C-C4C40C226134}" dt="2026-10-13T05:46:23.476" v="1954" actId="1582"/>
          <ac:spMkLst>
            <pc:docMk/>
            <pc:sldMk cId="1114780261" sldId="268"/>
            <ac:spMk id="7" creationId="{1F8EAE9F-994B-9627-6F54-0132B4E68D1D}"/>
          </ac:spMkLst>
        </pc:spChg>
        <pc:spChg chg="add mod">
          <ac:chgData name="june7rey@yahoo.com" userId="24b80ac2850c150b" providerId="LiveId" clId="{9D0604A3-4239-4E5B-A64C-C4C40C226134}" dt="2026-10-13T05:46:23.508" v="1968" actId="948"/>
          <ac:spMkLst>
            <pc:docMk/>
            <pc:sldMk cId="1114780261" sldId="268"/>
            <ac:spMk id="10" creationId="{AD81D64F-7157-74DE-E995-C188B8F0CD48}"/>
          </ac:spMkLst>
        </pc:spChg>
        <pc:spChg chg="add mod">
          <ac:chgData name="june7rey@yahoo.com" userId="24b80ac2850c150b" providerId="LiveId" clId="{9D0604A3-4239-4E5B-A64C-C4C40C226134}" dt="2026-10-13T05:46:23.539" v="1980" actId="948"/>
          <ac:spMkLst>
            <pc:docMk/>
            <pc:sldMk cId="1114780261" sldId="268"/>
            <ac:spMk id="11" creationId="{E4A49C08-72F8-66A8-C012-E47192D29364}"/>
          </ac:spMkLst>
        </pc:spChg>
        <pc:spChg chg="add mod">
          <ac:chgData name="june7rey@yahoo.com" userId="24b80ac2850c150b" providerId="LiveId" clId="{9D0604A3-4239-4E5B-A64C-C4C40C226134}" dt="2026-10-13T05:46:23.549" v="1984" actId="1582"/>
          <ac:spMkLst>
            <pc:docMk/>
            <pc:sldMk cId="1114780261" sldId="268"/>
            <ac:spMk id="12" creationId="{A7B91701-89C5-E362-C3EF-263E7714A8FC}"/>
          </ac:spMkLst>
        </pc:spChg>
        <pc:spChg chg="add mod">
          <ac:chgData name="june7rey@yahoo.com" userId="24b80ac2850c150b" providerId="LiveId" clId="{9D0604A3-4239-4E5B-A64C-C4C40C226134}" dt="2026-10-13T05:46:23.571" v="1998" actId="948"/>
          <ac:spMkLst>
            <pc:docMk/>
            <pc:sldMk cId="1114780261" sldId="268"/>
            <ac:spMk id="15" creationId="{3D013544-60EE-CABD-CDED-5E4105106ADA}"/>
          </ac:spMkLst>
        </pc:spChg>
        <pc:spChg chg="add mod">
          <ac:chgData name="june7rey@yahoo.com" userId="24b80ac2850c150b" providerId="LiveId" clId="{9D0604A3-4239-4E5B-A64C-C4C40C226134}" dt="2026-10-13T05:46:23.591" v="2010" actId="948"/>
          <ac:spMkLst>
            <pc:docMk/>
            <pc:sldMk cId="1114780261" sldId="268"/>
            <ac:spMk id="16" creationId="{E6962EA6-5E76-FAAB-144E-76D8E7AD985C}"/>
          </ac:spMkLst>
        </pc:spChg>
        <pc:spChg chg="add mod">
          <ac:chgData name="june7rey@yahoo.com" userId="24b80ac2850c150b" providerId="LiveId" clId="{9D0604A3-4239-4E5B-A64C-C4C40C226134}" dt="2026-10-13T05:46:23.602" v="2013"/>
          <ac:spMkLst>
            <pc:docMk/>
            <pc:sldMk cId="1114780261" sldId="268"/>
            <ac:spMk id="17" creationId="{146BD7AE-D997-F138-6ACE-CC37F28E8EAC}"/>
          </ac:spMkLst>
        </pc:spChg>
        <pc:spChg chg="add mod">
          <ac:chgData name="june7rey@yahoo.com" userId="24b80ac2850c150b" providerId="LiveId" clId="{9D0604A3-4239-4E5B-A64C-C4C40C226134}" dt="2026-10-13T05:46:23.618" v="2025" actId="948"/>
          <ac:spMkLst>
            <pc:docMk/>
            <pc:sldMk cId="1114780261" sldId="268"/>
            <ac:spMk id="18" creationId="{45F90D85-3652-070D-DDB4-9E290EBB0323}"/>
          </ac:spMkLst>
        </pc:spChg>
        <pc:spChg chg="add mod">
          <ac:chgData name="june7rey@yahoo.com" userId="24b80ac2850c150b" providerId="LiveId" clId="{9D0604A3-4239-4E5B-A64C-C4C40C226134}" dt="2026-10-13T05:46:23.633" v="2037" actId="948"/>
          <ac:spMkLst>
            <pc:docMk/>
            <pc:sldMk cId="1114780261" sldId="268"/>
            <ac:spMk id="19" creationId="{7A5C93F0-5F2F-0D3D-4D47-B88B607CB91D}"/>
          </ac:spMkLst>
        </pc:spChg>
        <pc:picChg chg="add mod">
          <ac:chgData name="june7rey@yahoo.com" userId="24b80ac2850c150b" providerId="LiveId" clId="{9D0604A3-4239-4E5B-A64C-C4C40C226134}" dt="2026-10-13T05:46:23.462" v="1950"/>
          <ac:picMkLst>
            <pc:docMk/>
            <pc:sldMk cId="1114780261" sldId="268"/>
            <ac:picMk id="6" creationId="{4D707B24-E856-7C75-67CB-7F945DB08840}"/>
          </ac:picMkLst>
        </pc:picChg>
        <pc:picChg chg="add mod">
          <ac:chgData name="june7rey@yahoo.com" userId="24b80ac2850c150b" providerId="LiveId" clId="{9D0604A3-4239-4E5B-A64C-C4C40C226134}" dt="2026-10-13T05:46:23.492" v="1956"/>
          <ac:picMkLst>
            <pc:docMk/>
            <pc:sldMk cId="1114780261" sldId="268"/>
            <ac:picMk id="9" creationId="{9AF92D11-3255-47F7-7682-149D5D9BB1C0}"/>
          </ac:picMkLst>
        </pc:picChg>
        <pc:picChg chg="add mod">
          <ac:chgData name="june7rey@yahoo.com" userId="24b80ac2850c150b" providerId="LiveId" clId="{9D0604A3-4239-4E5B-A64C-C4C40C226134}" dt="2026-10-13T05:46:23.555" v="1986"/>
          <ac:picMkLst>
            <pc:docMk/>
            <pc:sldMk cId="1114780261" sldId="268"/>
            <ac:picMk id="14" creationId="{FF6A3F78-BEA6-5358-803B-F5A2B5398332}"/>
          </ac:picMkLst>
        </pc:picChg>
      </pc:sldChg>
      <pc:sldChg chg="addSp modSp add del mod setBg">
        <pc:chgData name="june7rey@yahoo.com" userId="24b80ac2850c150b" providerId="LiveId" clId="{9D0604A3-4239-4E5B-A64C-C4C40C226134}" dt="2026-10-13T05:31:18.962" v="718" actId="2696"/>
        <pc:sldMkLst>
          <pc:docMk/>
          <pc:sldMk cId="1409851515" sldId="268"/>
        </pc:sldMkLst>
        <pc:spChg chg="add mod">
          <ac:chgData name="june7rey@yahoo.com" userId="24b80ac2850c150b" providerId="LiveId" clId="{9D0604A3-4239-4E5B-A64C-C4C40C226134}" dt="2026-10-13T05:30:30.146" v="124"/>
          <ac:spMkLst>
            <pc:docMk/>
            <pc:sldMk cId="1409851515" sldId="268"/>
            <ac:spMk id="2" creationId="{035C2719-84F0-AC35-F331-F303F8BD1BA0}"/>
          </ac:spMkLst>
        </pc:spChg>
        <pc:spChg chg="add mod">
          <ac:chgData name="june7rey@yahoo.com" userId="24b80ac2850c150b" providerId="LiveId" clId="{9D0604A3-4239-4E5B-A64C-C4C40C226134}" dt="2026-10-13T05:30:30.245" v="136" actId="948"/>
          <ac:spMkLst>
            <pc:docMk/>
            <pc:sldMk cId="1409851515" sldId="268"/>
            <ac:spMk id="3" creationId="{07CBD641-E8B4-C9F5-2423-627A9E2E4AAB}"/>
          </ac:spMkLst>
        </pc:spChg>
        <pc:spChg chg="add mod">
          <ac:chgData name="june7rey@yahoo.com" userId="24b80ac2850c150b" providerId="LiveId" clId="{9D0604A3-4239-4E5B-A64C-C4C40C226134}" dt="2026-10-13T05:30:30.246" v="148" actId="948"/>
          <ac:spMkLst>
            <pc:docMk/>
            <pc:sldMk cId="1409851515" sldId="268"/>
            <ac:spMk id="4" creationId="{69D3046C-6E00-C6AF-EBF0-9DD971292ED8}"/>
          </ac:spMkLst>
        </pc:spChg>
        <pc:spChg chg="add mod">
          <ac:chgData name="june7rey@yahoo.com" userId="24b80ac2850c150b" providerId="LiveId" clId="{9D0604A3-4239-4E5B-A64C-C4C40C226134}" dt="2026-10-13T05:30:30.280" v="154" actId="1582"/>
          <ac:spMkLst>
            <pc:docMk/>
            <pc:sldMk cId="1409851515" sldId="268"/>
            <ac:spMk id="7" creationId="{2F4CD3DD-632B-E7D4-68C4-5C1948392A01}"/>
          </ac:spMkLst>
        </pc:spChg>
        <pc:spChg chg="add mod">
          <ac:chgData name="june7rey@yahoo.com" userId="24b80ac2850c150b" providerId="LiveId" clId="{9D0604A3-4239-4E5B-A64C-C4C40C226134}" dt="2026-10-13T05:30:30.313" v="168" actId="948"/>
          <ac:spMkLst>
            <pc:docMk/>
            <pc:sldMk cId="1409851515" sldId="268"/>
            <ac:spMk id="10" creationId="{791D2A83-1896-3BE7-5A47-CBC4B0A6FECD}"/>
          </ac:spMkLst>
        </pc:spChg>
        <pc:spChg chg="add mod">
          <ac:chgData name="june7rey@yahoo.com" userId="24b80ac2850c150b" providerId="LiveId" clId="{9D0604A3-4239-4E5B-A64C-C4C40C226134}" dt="2026-10-13T05:30:30.329" v="180" actId="948"/>
          <ac:spMkLst>
            <pc:docMk/>
            <pc:sldMk cId="1409851515" sldId="268"/>
            <ac:spMk id="11" creationId="{240FC876-8F8C-B39F-C034-7ACAA661C17E}"/>
          </ac:spMkLst>
        </pc:spChg>
        <pc:spChg chg="add mod">
          <ac:chgData name="june7rey@yahoo.com" userId="24b80ac2850c150b" providerId="LiveId" clId="{9D0604A3-4239-4E5B-A64C-C4C40C226134}" dt="2026-10-13T05:30:30.344" v="184" actId="1582"/>
          <ac:spMkLst>
            <pc:docMk/>
            <pc:sldMk cId="1409851515" sldId="268"/>
            <ac:spMk id="12" creationId="{52670943-215F-EA5D-3BD9-299A7C09CB39}"/>
          </ac:spMkLst>
        </pc:spChg>
        <pc:spChg chg="add mod">
          <ac:chgData name="june7rey@yahoo.com" userId="24b80ac2850c150b" providerId="LiveId" clId="{9D0604A3-4239-4E5B-A64C-C4C40C226134}" dt="2026-10-13T05:30:30.362" v="198" actId="948"/>
          <ac:spMkLst>
            <pc:docMk/>
            <pc:sldMk cId="1409851515" sldId="268"/>
            <ac:spMk id="15" creationId="{C7149BAB-0C97-9B2C-5DFF-D114687E052A}"/>
          </ac:spMkLst>
        </pc:spChg>
        <pc:spChg chg="add mod">
          <ac:chgData name="june7rey@yahoo.com" userId="24b80ac2850c150b" providerId="LiveId" clId="{9D0604A3-4239-4E5B-A64C-C4C40C226134}" dt="2026-10-13T05:30:30.378" v="210" actId="948"/>
          <ac:spMkLst>
            <pc:docMk/>
            <pc:sldMk cId="1409851515" sldId="268"/>
            <ac:spMk id="16" creationId="{36FA14BC-1C51-AFB5-C360-1FDCA9D243F0}"/>
          </ac:spMkLst>
        </pc:spChg>
        <pc:spChg chg="add mod">
          <ac:chgData name="june7rey@yahoo.com" userId="24b80ac2850c150b" providerId="LiveId" clId="{9D0604A3-4239-4E5B-A64C-C4C40C226134}" dt="2026-10-13T05:30:30.380" v="213"/>
          <ac:spMkLst>
            <pc:docMk/>
            <pc:sldMk cId="1409851515" sldId="268"/>
            <ac:spMk id="17" creationId="{E15D53A3-BDB6-C681-7CC0-37C4633C1E60}"/>
          </ac:spMkLst>
        </pc:spChg>
        <pc:spChg chg="add mod">
          <ac:chgData name="june7rey@yahoo.com" userId="24b80ac2850c150b" providerId="LiveId" clId="{9D0604A3-4239-4E5B-A64C-C4C40C226134}" dt="2026-10-13T05:30:30.396" v="225" actId="948"/>
          <ac:spMkLst>
            <pc:docMk/>
            <pc:sldMk cId="1409851515" sldId="268"/>
            <ac:spMk id="18" creationId="{E73DC595-9C82-6559-ECB5-9BABBBE83C86}"/>
          </ac:spMkLst>
        </pc:spChg>
        <pc:spChg chg="add mod">
          <ac:chgData name="june7rey@yahoo.com" userId="24b80ac2850c150b" providerId="LiveId" clId="{9D0604A3-4239-4E5B-A64C-C4C40C226134}" dt="2026-10-13T05:30:30.413" v="237" actId="948"/>
          <ac:spMkLst>
            <pc:docMk/>
            <pc:sldMk cId="1409851515" sldId="268"/>
            <ac:spMk id="19" creationId="{31873050-36D3-F9B5-84AC-091094C62109}"/>
          </ac:spMkLst>
        </pc:spChg>
        <pc:picChg chg="add mod">
          <ac:chgData name="june7rey@yahoo.com" userId="24b80ac2850c150b" providerId="LiveId" clId="{9D0604A3-4239-4E5B-A64C-C4C40C226134}" dt="2026-10-13T05:30:30.263" v="150"/>
          <ac:picMkLst>
            <pc:docMk/>
            <pc:sldMk cId="1409851515" sldId="268"/>
            <ac:picMk id="6" creationId="{9F375687-9148-4057-5705-5BEA44AE2C78}"/>
          </ac:picMkLst>
        </pc:picChg>
        <pc:picChg chg="add mod">
          <ac:chgData name="june7rey@yahoo.com" userId="24b80ac2850c150b" providerId="LiveId" clId="{9D0604A3-4239-4E5B-A64C-C4C40C226134}" dt="2026-10-13T05:30:30.296" v="156"/>
          <ac:picMkLst>
            <pc:docMk/>
            <pc:sldMk cId="1409851515" sldId="268"/>
            <ac:picMk id="9" creationId="{AC43C067-73A4-CC87-A86D-4AB16DFFC9DA}"/>
          </ac:picMkLst>
        </pc:picChg>
        <pc:picChg chg="add mod">
          <ac:chgData name="june7rey@yahoo.com" userId="24b80ac2850c150b" providerId="LiveId" clId="{9D0604A3-4239-4E5B-A64C-C4C40C226134}" dt="2026-10-13T05:30:30.346" v="186"/>
          <ac:picMkLst>
            <pc:docMk/>
            <pc:sldMk cId="1409851515" sldId="268"/>
            <ac:picMk id="14" creationId="{BB7411C4-687E-16FA-53AE-9F4D78281C28}"/>
          </ac:picMkLst>
        </pc:picChg>
      </pc:sldChg>
      <pc:sldChg chg="addSp modSp add del mod setBg">
        <pc:chgData name="june7rey@yahoo.com" userId="24b80ac2850c150b" providerId="LiveId" clId="{9D0604A3-4239-4E5B-A64C-C4C40C226134}" dt="2026-10-13T05:46:23.214" v="1918" actId="2696"/>
        <pc:sldMkLst>
          <pc:docMk/>
          <pc:sldMk cId="1889762126" sldId="268"/>
        </pc:sldMkLst>
        <pc:spChg chg="add mod">
          <ac:chgData name="june7rey@yahoo.com" userId="24b80ac2850c150b" providerId="LiveId" clId="{9D0604A3-4239-4E5B-A64C-C4C40C226134}" dt="2026-10-13T05:31:46.440" v="1324"/>
          <ac:spMkLst>
            <pc:docMk/>
            <pc:sldMk cId="1889762126" sldId="268"/>
            <ac:spMk id="2" creationId="{776D7742-3BBC-0BB8-FCD5-2400D7C25521}"/>
          </ac:spMkLst>
        </pc:spChg>
        <pc:spChg chg="add mod">
          <ac:chgData name="june7rey@yahoo.com" userId="24b80ac2850c150b" providerId="LiveId" clId="{9D0604A3-4239-4E5B-A64C-C4C40C226134}" dt="2026-10-13T05:31:46.546" v="1336" actId="948"/>
          <ac:spMkLst>
            <pc:docMk/>
            <pc:sldMk cId="1889762126" sldId="268"/>
            <ac:spMk id="3" creationId="{0327DB84-CE0D-B4D4-7B19-BF2EEEA1548F}"/>
          </ac:spMkLst>
        </pc:spChg>
        <pc:spChg chg="add mod">
          <ac:chgData name="june7rey@yahoo.com" userId="24b80ac2850c150b" providerId="LiveId" clId="{9D0604A3-4239-4E5B-A64C-C4C40C226134}" dt="2026-10-13T05:31:46.563" v="1348" actId="948"/>
          <ac:spMkLst>
            <pc:docMk/>
            <pc:sldMk cId="1889762126" sldId="268"/>
            <ac:spMk id="4" creationId="{C78B4B8A-5E5A-B50B-D08A-487E0494A437}"/>
          </ac:spMkLst>
        </pc:spChg>
        <pc:spChg chg="add mod">
          <ac:chgData name="june7rey@yahoo.com" userId="24b80ac2850c150b" providerId="LiveId" clId="{9D0604A3-4239-4E5B-A64C-C4C40C226134}" dt="2026-10-13T05:31:46.596" v="1354" actId="1582"/>
          <ac:spMkLst>
            <pc:docMk/>
            <pc:sldMk cId="1889762126" sldId="268"/>
            <ac:spMk id="7" creationId="{A99BBD47-9A14-D996-3D97-6C650F145817}"/>
          </ac:spMkLst>
        </pc:spChg>
        <pc:spChg chg="add mod">
          <ac:chgData name="june7rey@yahoo.com" userId="24b80ac2850c150b" providerId="LiveId" clId="{9D0604A3-4239-4E5B-A64C-C4C40C226134}" dt="2026-10-13T05:31:46.630" v="1368" actId="948"/>
          <ac:spMkLst>
            <pc:docMk/>
            <pc:sldMk cId="1889762126" sldId="268"/>
            <ac:spMk id="10" creationId="{C3546E96-12D6-8F86-DECD-D5F0C7012F44}"/>
          </ac:spMkLst>
        </pc:spChg>
        <pc:spChg chg="add mod">
          <ac:chgData name="june7rey@yahoo.com" userId="24b80ac2850c150b" providerId="LiveId" clId="{9D0604A3-4239-4E5B-A64C-C4C40C226134}" dt="2026-10-13T05:31:46.646" v="1380" actId="948"/>
          <ac:spMkLst>
            <pc:docMk/>
            <pc:sldMk cId="1889762126" sldId="268"/>
            <ac:spMk id="11" creationId="{29BFEA59-2A9F-3326-095A-118877131E14}"/>
          </ac:spMkLst>
        </pc:spChg>
        <pc:spChg chg="add mod">
          <ac:chgData name="june7rey@yahoo.com" userId="24b80ac2850c150b" providerId="LiveId" clId="{9D0604A3-4239-4E5B-A64C-C4C40C226134}" dt="2026-10-13T05:31:46.663" v="1384" actId="1582"/>
          <ac:spMkLst>
            <pc:docMk/>
            <pc:sldMk cId="1889762126" sldId="268"/>
            <ac:spMk id="12" creationId="{8E0051AF-7F8B-B415-2742-6D9CD8F1416B}"/>
          </ac:spMkLst>
        </pc:spChg>
        <pc:spChg chg="add mod">
          <ac:chgData name="june7rey@yahoo.com" userId="24b80ac2850c150b" providerId="LiveId" clId="{9D0604A3-4239-4E5B-A64C-C4C40C226134}" dt="2026-10-13T05:31:46.680" v="1398" actId="948"/>
          <ac:spMkLst>
            <pc:docMk/>
            <pc:sldMk cId="1889762126" sldId="268"/>
            <ac:spMk id="15" creationId="{920D09B6-8460-B7F6-779A-C3773A501B6A}"/>
          </ac:spMkLst>
        </pc:spChg>
        <pc:spChg chg="add mod">
          <ac:chgData name="june7rey@yahoo.com" userId="24b80ac2850c150b" providerId="LiveId" clId="{9D0604A3-4239-4E5B-A64C-C4C40C226134}" dt="2026-10-13T05:31:46.696" v="1410" actId="948"/>
          <ac:spMkLst>
            <pc:docMk/>
            <pc:sldMk cId="1889762126" sldId="268"/>
            <ac:spMk id="16" creationId="{A3E539A3-D8EA-1155-59A1-B8DE33841949}"/>
          </ac:spMkLst>
        </pc:spChg>
        <pc:spChg chg="add mod">
          <ac:chgData name="june7rey@yahoo.com" userId="24b80ac2850c150b" providerId="LiveId" clId="{9D0604A3-4239-4E5B-A64C-C4C40C226134}" dt="2026-10-13T05:31:46.696" v="1413"/>
          <ac:spMkLst>
            <pc:docMk/>
            <pc:sldMk cId="1889762126" sldId="268"/>
            <ac:spMk id="17" creationId="{4BE939C2-416A-8B23-135D-D5CB87D68FB3}"/>
          </ac:spMkLst>
        </pc:spChg>
        <pc:spChg chg="add mod">
          <ac:chgData name="june7rey@yahoo.com" userId="24b80ac2850c150b" providerId="LiveId" clId="{9D0604A3-4239-4E5B-A64C-C4C40C226134}" dt="2026-10-13T05:31:46.713" v="1425" actId="948"/>
          <ac:spMkLst>
            <pc:docMk/>
            <pc:sldMk cId="1889762126" sldId="268"/>
            <ac:spMk id="18" creationId="{CC10F7A1-4138-2FF0-776D-A19330370B1E}"/>
          </ac:spMkLst>
        </pc:spChg>
        <pc:spChg chg="add mod">
          <ac:chgData name="june7rey@yahoo.com" userId="24b80ac2850c150b" providerId="LiveId" clId="{9D0604A3-4239-4E5B-A64C-C4C40C226134}" dt="2026-10-13T05:31:46.730" v="1437" actId="948"/>
          <ac:spMkLst>
            <pc:docMk/>
            <pc:sldMk cId="1889762126" sldId="268"/>
            <ac:spMk id="19" creationId="{2C2DA455-E995-1BFE-B5F8-8D11D4241E43}"/>
          </ac:spMkLst>
        </pc:spChg>
        <pc:picChg chg="add mod">
          <ac:chgData name="june7rey@yahoo.com" userId="24b80ac2850c150b" providerId="LiveId" clId="{9D0604A3-4239-4E5B-A64C-C4C40C226134}" dt="2026-10-13T05:31:46.578" v="1350"/>
          <ac:picMkLst>
            <pc:docMk/>
            <pc:sldMk cId="1889762126" sldId="268"/>
            <ac:picMk id="6" creationId="{7A78E817-A6E6-13D3-3918-CDFA9E5AA1EF}"/>
          </ac:picMkLst>
        </pc:picChg>
        <pc:picChg chg="add mod">
          <ac:chgData name="june7rey@yahoo.com" userId="24b80ac2850c150b" providerId="LiveId" clId="{9D0604A3-4239-4E5B-A64C-C4C40C226134}" dt="2026-10-13T05:31:46.613" v="1356"/>
          <ac:picMkLst>
            <pc:docMk/>
            <pc:sldMk cId="1889762126" sldId="268"/>
            <ac:picMk id="9" creationId="{2464A9EC-6B57-139D-15C2-74DC3EB19884}"/>
          </ac:picMkLst>
        </pc:picChg>
        <pc:picChg chg="add mod">
          <ac:chgData name="june7rey@yahoo.com" userId="24b80ac2850c150b" providerId="LiveId" clId="{9D0604A3-4239-4E5B-A64C-C4C40C226134}" dt="2026-10-13T05:31:46.663" v="1386"/>
          <ac:picMkLst>
            <pc:docMk/>
            <pc:sldMk cId="1889762126" sldId="268"/>
            <ac:picMk id="14" creationId="{EE121367-AB8A-3715-5663-3C854CC6E14F}"/>
          </ac:picMkLst>
        </pc:picChg>
      </pc:sldChg>
      <pc:sldChg chg="addSp modSp add del mod setBg">
        <pc:chgData name="june7rey@yahoo.com" userId="24b80ac2850c150b" providerId="LiveId" clId="{9D0604A3-4239-4E5B-A64C-C4C40C226134}" dt="2026-10-13T05:46:23.214" v="1917" actId="2696"/>
        <pc:sldMkLst>
          <pc:docMk/>
          <pc:sldMk cId="33379211" sldId="269"/>
        </pc:sldMkLst>
        <pc:spChg chg="add mod">
          <ac:chgData name="june7rey@yahoo.com" userId="24b80ac2850c150b" providerId="LiveId" clId="{9D0604A3-4239-4E5B-A64C-C4C40C226134}" dt="2026-10-13T05:31:46.746" v="1443"/>
          <ac:spMkLst>
            <pc:docMk/>
            <pc:sldMk cId="33379211" sldId="269"/>
            <ac:spMk id="2" creationId="{7CA5ECAC-2807-8B00-2A39-A40E5D9B5C8B}"/>
          </ac:spMkLst>
        </pc:spChg>
        <pc:spChg chg="add mod">
          <ac:chgData name="june7rey@yahoo.com" userId="24b80ac2850c150b" providerId="LiveId" clId="{9D0604A3-4239-4E5B-A64C-C4C40C226134}" dt="2026-10-13T05:31:46.763" v="1455" actId="948"/>
          <ac:spMkLst>
            <pc:docMk/>
            <pc:sldMk cId="33379211" sldId="269"/>
            <ac:spMk id="3" creationId="{060C1A71-E330-73BD-CEC2-2DB101C8365C}"/>
          </ac:spMkLst>
        </pc:spChg>
        <pc:spChg chg="add mod">
          <ac:chgData name="june7rey@yahoo.com" userId="24b80ac2850c150b" providerId="LiveId" clId="{9D0604A3-4239-4E5B-A64C-C4C40C226134}" dt="2026-10-13T05:31:46.780" v="1467" actId="948"/>
          <ac:spMkLst>
            <pc:docMk/>
            <pc:sldMk cId="33379211" sldId="269"/>
            <ac:spMk id="4" creationId="{D8CEFFD5-8593-C257-8D8E-4AEDEB65CAAC}"/>
          </ac:spMkLst>
        </pc:spChg>
        <pc:spChg chg="add mod">
          <ac:chgData name="june7rey@yahoo.com" userId="24b80ac2850c150b" providerId="LiveId" clId="{9D0604A3-4239-4E5B-A64C-C4C40C226134}" dt="2026-10-13T05:31:46.795" v="1473" actId="1582"/>
          <ac:spMkLst>
            <pc:docMk/>
            <pc:sldMk cId="33379211" sldId="269"/>
            <ac:spMk id="7" creationId="{4C8F33A9-FC3F-B4A2-9885-F8C354EA43CB}"/>
          </ac:spMkLst>
        </pc:spChg>
        <pc:spChg chg="add mod">
          <ac:chgData name="june7rey@yahoo.com" userId="24b80ac2850c150b" providerId="LiveId" clId="{9D0604A3-4239-4E5B-A64C-C4C40C226134}" dt="2026-10-13T05:31:46.813" v="1487" actId="948"/>
          <ac:spMkLst>
            <pc:docMk/>
            <pc:sldMk cId="33379211" sldId="269"/>
            <ac:spMk id="10" creationId="{BA85ECF2-137B-AD03-0F45-404DA6E7067B}"/>
          </ac:spMkLst>
        </pc:spChg>
        <pc:spChg chg="add mod">
          <ac:chgData name="june7rey@yahoo.com" userId="24b80ac2850c150b" providerId="LiveId" clId="{9D0604A3-4239-4E5B-A64C-C4C40C226134}" dt="2026-10-13T05:31:46.830" v="1499" actId="948"/>
          <ac:spMkLst>
            <pc:docMk/>
            <pc:sldMk cId="33379211" sldId="269"/>
            <ac:spMk id="11" creationId="{42B7A207-C206-1A95-A50A-FA71D1DFE83D}"/>
          </ac:spMkLst>
        </pc:spChg>
        <pc:spChg chg="add mod">
          <ac:chgData name="june7rey@yahoo.com" userId="24b80ac2850c150b" providerId="LiveId" clId="{9D0604A3-4239-4E5B-A64C-C4C40C226134}" dt="2026-10-13T05:31:46.830" v="1503" actId="1582"/>
          <ac:spMkLst>
            <pc:docMk/>
            <pc:sldMk cId="33379211" sldId="269"/>
            <ac:spMk id="12" creationId="{32D84D8D-8869-CD35-55E0-E94AC06DDF70}"/>
          </ac:spMkLst>
        </pc:spChg>
        <pc:spChg chg="add mod">
          <ac:chgData name="june7rey@yahoo.com" userId="24b80ac2850c150b" providerId="LiveId" clId="{9D0604A3-4239-4E5B-A64C-C4C40C226134}" dt="2026-10-13T05:31:46.846" v="1517" actId="948"/>
          <ac:spMkLst>
            <pc:docMk/>
            <pc:sldMk cId="33379211" sldId="269"/>
            <ac:spMk id="15" creationId="{E055D2FD-4FA0-AC9D-5E1A-EADE957F5375}"/>
          </ac:spMkLst>
        </pc:spChg>
        <pc:spChg chg="add mod">
          <ac:chgData name="june7rey@yahoo.com" userId="24b80ac2850c150b" providerId="LiveId" clId="{9D0604A3-4239-4E5B-A64C-C4C40C226134}" dt="2026-10-13T05:31:46.863" v="1529" actId="948"/>
          <ac:spMkLst>
            <pc:docMk/>
            <pc:sldMk cId="33379211" sldId="269"/>
            <ac:spMk id="16" creationId="{F34971D5-243D-8D16-8B44-597E4AABA19B}"/>
          </ac:spMkLst>
        </pc:spChg>
        <pc:spChg chg="add mod">
          <ac:chgData name="june7rey@yahoo.com" userId="24b80ac2850c150b" providerId="LiveId" clId="{9D0604A3-4239-4E5B-A64C-C4C40C226134}" dt="2026-10-13T05:31:46.863" v="1532"/>
          <ac:spMkLst>
            <pc:docMk/>
            <pc:sldMk cId="33379211" sldId="269"/>
            <ac:spMk id="17" creationId="{AF320004-20E2-720D-3671-463C7017F379}"/>
          </ac:spMkLst>
        </pc:spChg>
        <pc:spChg chg="add mod">
          <ac:chgData name="june7rey@yahoo.com" userId="24b80ac2850c150b" providerId="LiveId" clId="{9D0604A3-4239-4E5B-A64C-C4C40C226134}" dt="2026-10-13T05:31:46.880" v="1544" actId="948"/>
          <ac:spMkLst>
            <pc:docMk/>
            <pc:sldMk cId="33379211" sldId="269"/>
            <ac:spMk id="18" creationId="{06F64DE3-0754-9076-2B75-472C27A59148}"/>
          </ac:spMkLst>
        </pc:spChg>
        <pc:spChg chg="add mod">
          <ac:chgData name="june7rey@yahoo.com" userId="24b80ac2850c150b" providerId="LiveId" clId="{9D0604A3-4239-4E5B-A64C-C4C40C226134}" dt="2026-10-13T05:31:46.905" v="1556" actId="948"/>
          <ac:spMkLst>
            <pc:docMk/>
            <pc:sldMk cId="33379211" sldId="269"/>
            <ac:spMk id="19" creationId="{5CF20433-381E-C0E8-CA7E-BA3254A2C6C0}"/>
          </ac:spMkLst>
        </pc:spChg>
        <pc:picChg chg="add mod">
          <ac:chgData name="june7rey@yahoo.com" userId="24b80ac2850c150b" providerId="LiveId" clId="{9D0604A3-4239-4E5B-A64C-C4C40C226134}" dt="2026-10-13T05:31:46.780" v="1469"/>
          <ac:picMkLst>
            <pc:docMk/>
            <pc:sldMk cId="33379211" sldId="269"/>
            <ac:picMk id="6" creationId="{58D6BB8F-696A-BEED-5452-CAA1F9F894A4}"/>
          </ac:picMkLst>
        </pc:picChg>
        <pc:picChg chg="add mod">
          <ac:chgData name="june7rey@yahoo.com" userId="24b80ac2850c150b" providerId="LiveId" clId="{9D0604A3-4239-4E5B-A64C-C4C40C226134}" dt="2026-10-13T05:31:46.796" v="1475"/>
          <ac:picMkLst>
            <pc:docMk/>
            <pc:sldMk cId="33379211" sldId="269"/>
            <ac:picMk id="9" creationId="{E133FD9E-9A87-A156-2243-122E2C15D1D1}"/>
          </ac:picMkLst>
        </pc:picChg>
        <pc:picChg chg="add mod">
          <ac:chgData name="june7rey@yahoo.com" userId="24b80ac2850c150b" providerId="LiveId" clId="{9D0604A3-4239-4E5B-A64C-C4C40C226134}" dt="2026-10-13T05:31:46.830" v="1505"/>
          <ac:picMkLst>
            <pc:docMk/>
            <pc:sldMk cId="33379211" sldId="269"/>
            <ac:picMk id="14" creationId="{559EC027-1CC5-CC06-48C0-FC57314BFC6C}"/>
          </ac:picMkLst>
        </pc:picChg>
      </pc:sldChg>
      <pc:sldChg chg="addSp modSp add del mod setBg">
        <pc:chgData name="june7rey@yahoo.com" userId="24b80ac2850c150b" providerId="LiveId" clId="{9D0604A3-4239-4E5B-A64C-C4C40C226134}" dt="2026-10-13T05:31:18.962" v="717" actId="2696"/>
        <pc:sldMkLst>
          <pc:docMk/>
          <pc:sldMk cId="1106716979" sldId="269"/>
        </pc:sldMkLst>
        <pc:spChg chg="add mod">
          <ac:chgData name="june7rey@yahoo.com" userId="24b80ac2850c150b" providerId="LiveId" clId="{9D0604A3-4239-4E5B-A64C-C4C40C226134}" dt="2026-10-13T05:30:30.413" v="243"/>
          <ac:spMkLst>
            <pc:docMk/>
            <pc:sldMk cId="1106716979" sldId="269"/>
            <ac:spMk id="2" creationId="{72656A0A-43EC-42E5-700F-8AC47306D277}"/>
          </ac:spMkLst>
        </pc:spChg>
        <pc:spChg chg="add mod">
          <ac:chgData name="june7rey@yahoo.com" userId="24b80ac2850c150b" providerId="LiveId" clId="{9D0604A3-4239-4E5B-A64C-C4C40C226134}" dt="2026-10-13T05:30:30.429" v="255" actId="948"/>
          <ac:spMkLst>
            <pc:docMk/>
            <pc:sldMk cId="1106716979" sldId="269"/>
            <ac:spMk id="3" creationId="{1CF56A8A-1EFB-44C8-3E9B-7AA5ADCFC8C9}"/>
          </ac:spMkLst>
        </pc:spChg>
        <pc:spChg chg="add mod">
          <ac:chgData name="june7rey@yahoo.com" userId="24b80ac2850c150b" providerId="LiveId" clId="{9D0604A3-4239-4E5B-A64C-C4C40C226134}" dt="2026-10-13T05:30:30.445" v="267" actId="948"/>
          <ac:spMkLst>
            <pc:docMk/>
            <pc:sldMk cId="1106716979" sldId="269"/>
            <ac:spMk id="4" creationId="{FE3459CD-2DD5-D742-2345-30639C6C4F51}"/>
          </ac:spMkLst>
        </pc:spChg>
        <pc:spChg chg="add mod">
          <ac:chgData name="june7rey@yahoo.com" userId="24b80ac2850c150b" providerId="LiveId" clId="{9D0604A3-4239-4E5B-A64C-C4C40C226134}" dt="2026-10-13T05:30:30.461" v="273" actId="1582"/>
          <ac:spMkLst>
            <pc:docMk/>
            <pc:sldMk cId="1106716979" sldId="269"/>
            <ac:spMk id="7" creationId="{0703D3E2-E6E4-2B82-24B9-29CFF924A662}"/>
          </ac:spMkLst>
        </pc:spChg>
        <pc:spChg chg="add mod">
          <ac:chgData name="june7rey@yahoo.com" userId="24b80ac2850c150b" providerId="LiveId" clId="{9D0604A3-4239-4E5B-A64C-C4C40C226134}" dt="2026-10-13T05:30:30.478" v="287" actId="948"/>
          <ac:spMkLst>
            <pc:docMk/>
            <pc:sldMk cId="1106716979" sldId="269"/>
            <ac:spMk id="10" creationId="{7D184325-E8AF-8ACB-9E43-B13BCDCB0745}"/>
          </ac:spMkLst>
        </pc:spChg>
        <pc:spChg chg="add mod">
          <ac:chgData name="june7rey@yahoo.com" userId="24b80ac2850c150b" providerId="LiveId" clId="{9D0604A3-4239-4E5B-A64C-C4C40C226134}" dt="2026-10-13T05:30:30.495" v="299" actId="948"/>
          <ac:spMkLst>
            <pc:docMk/>
            <pc:sldMk cId="1106716979" sldId="269"/>
            <ac:spMk id="11" creationId="{DA5462FF-D0F8-266E-E743-7028AF26B8DD}"/>
          </ac:spMkLst>
        </pc:spChg>
        <pc:spChg chg="add mod">
          <ac:chgData name="june7rey@yahoo.com" userId="24b80ac2850c150b" providerId="LiveId" clId="{9D0604A3-4239-4E5B-A64C-C4C40C226134}" dt="2026-10-13T05:30:30.495" v="303" actId="1582"/>
          <ac:spMkLst>
            <pc:docMk/>
            <pc:sldMk cId="1106716979" sldId="269"/>
            <ac:spMk id="12" creationId="{515BADD2-F8DA-AB33-C563-8E0FAF24F519}"/>
          </ac:spMkLst>
        </pc:spChg>
        <pc:spChg chg="add mod">
          <ac:chgData name="june7rey@yahoo.com" userId="24b80ac2850c150b" providerId="LiveId" clId="{9D0604A3-4239-4E5B-A64C-C4C40C226134}" dt="2026-10-13T05:30:30.512" v="317" actId="948"/>
          <ac:spMkLst>
            <pc:docMk/>
            <pc:sldMk cId="1106716979" sldId="269"/>
            <ac:spMk id="15" creationId="{B8212459-7E8A-FC5C-1291-E60643EE39BA}"/>
          </ac:spMkLst>
        </pc:spChg>
        <pc:spChg chg="add mod">
          <ac:chgData name="june7rey@yahoo.com" userId="24b80ac2850c150b" providerId="LiveId" clId="{9D0604A3-4239-4E5B-A64C-C4C40C226134}" dt="2026-10-13T05:30:30.529" v="329" actId="948"/>
          <ac:spMkLst>
            <pc:docMk/>
            <pc:sldMk cId="1106716979" sldId="269"/>
            <ac:spMk id="16" creationId="{C838AAA5-54BE-40BB-A0BC-1D2FAE04B0B9}"/>
          </ac:spMkLst>
        </pc:spChg>
        <pc:spChg chg="add mod">
          <ac:chgData name="june7rey@yahoo.com" userId="24b80ac2850c150b" providerId="LiveId" clId="{9D0604A3-4239-4E5B-A64C-C4C40C226134}" dt="2026-10-13T05:30:30.529" v="332"/>
          <ac:spMkLst>
            <pc:docMk/>
            <pc:sldMk cId="1106716979" sldId="269"/>
            <ac:spMk id="17" creationId="{9EB06099-05C7-F8B3-929D-2FE4DE66835D}"/>
          </ac:spMkLst>
        </pc:spChg>
        <pc:spChg chg="add mod">
          <ac:chgData name="june7rey@yahoo.com" userId="24b80ac2850c150b" providerId="LiveId" clId="{9D0604A3-4239-4E5B-A64C-C4C40C226134}" dt="2026-10-13T05:30:30.545" v="344" actId="948"/>
          <ac:spMkLst>
            <pc:docMk/>
            <pc:sldMk cId="1106716979" sldId="269"/>
            <ac:spMk id="18" creationId="{AB224F8F-2A81-93AC-E903-CE99F4CE8B8B}"/>
          </ac:spMkLst>
        </pc:spChg>
        <pc:spChg chg="add mod">
          <ac:chgData name="june7rey@yahoo.com" userId="24b80ac2850c150b" providerId="LiveId" clId="{9D0604A3-4239-4E5B-A64C-C4C40C226134}" dt="2026-10-13T05:30:30.562" v="356" actId="948"/>
          <ac:spMkLst>
            <pc:docMk/>
            <pc:sldMk cId="1106716979" sldId="269"/>
            <ac:spMk id="19" creationId="{3B0207D1-F0B6-F245-9354-096E83E7665F}"/>
          </ac:spMkLst>
        </pc:spChg>
        <pc:picChg chg="add mod">
          <ac:chgData name="june7rey@yahoo.com" userId="24b80ac2850c150b" providerId="LiveId" clId="{9D0604A3-4239-4E5B-A64C-C4C40C226134}" dt="2026-10-13T05:30:30.445" v="269"/>
          <ac:picMkLst>
            <pc:docMk/>
            <pc:sldMk cId="1106716979" sldId="269"/>
            <ac:picMk id="6" creationId="{D5F64474-0D76-37B5-9D5F-C81F6055091B}"/>
          </ac:picMkLst>
        </pc:picChg>
        <pc:picChg chg="add mod">
          <ac:chgData name="june7rey@yahoo.com" userId="24b80ac2850c150b" providerId="LiveId" clId="{9D0604A3-4239-4E5B-A64C-C4C40C226134}" dt="2026-10-13T05:30:30.462" v="275"/>
          <ac:picMkLst>
            <pc:docMk/>
            <pc:sldMk cId="1106716979" sldId="269"/>
            <ac:picMk id="9" creationId="{C16717A0-65A7-B6E5-8A69-6CFD6F80DA9D}"/>
          </ac:picMkLst>
        </pc:picChg>
        <pc:picChg chg="add mod">
          <ac:chgData name="june7rey@yahoo.com" userId="24b80ac2850c150b" providerId="LiveId" clId="{9D0604A3-4239-4E5B-A64C-C4C40C226134}" dt="2026-10-13T05:30:30.495" v="305"/>
          <ac:picMkLst>
            <pc:docMk/>
            <pc:sldMk cId="1106716979" sldId="269"/>
            <ac:picMk id="14" creationId="{3F3F6936-20D2-C2F7-F596-364DF46D28B4}"/>
          </ac:picMkLst>
        </pc:picChg>
      </pc:sldChg>
      <pc:sldChg chg="addSp modSp add del mod setBg">
        <pc:chgData name="june7rey@yahoo.com" userId="24b80ac2850c150b" providerId="LiveId" clId="{9D0604A3-4239-4E5B-A64C-C4C40C226134}" dt="2026-10-13T05:31:46.328" v="1317" actId="2696"/>
        <pc:sldMkLst>
          <pc:docMk/>
          <pc:sldMk cId="2055440828" sldId="269"/>
        </pc:sldMkLst>
        <pc:spChg chg="add mod">
          <ac:chgData name="june7rey@yahoo.com" userId="24b80ac2850c150b" providerId="LiveId" clId="{9D0604A3-4239-4E5B-A64C-C4C40C226134}" dt="2026-10-13T05:31:19.345" v="843"/>
          <ac:spMkLst>
            <pc:docMk/>
            <pc:sldMk cId="2055440828" sldId="269"/>
            <ac:spMk id="2" creationId="{78ED5A1A-184E-B084-69C8-0DAA28065A1C}"/>
          </ac:spMkLst>
        </pc:spChg>
        <pc:spChg chg="add mod">
          <ac:chgData name="june7rey@yahoo.com" userId="24b80ac2850c150b" providerId="LiveId" clId="{9D0604A3-4239-4E5B-A64C-C4C40C226134}" dt="2026-10-13T05:31:19.362" v="855" actId="948"/>
          <ac:spMkLst>
            <pc:docMk/>
            <pc:sldMk cId="2055440828" sldId="269"/>
            <ac:spMk id="3" creationId="{9E43A2CA-D895-F62A-BDE1-3F2F7C03B95A}"/>
          </ac:spMkLst>
        </pc:spChg>
        <pc:spChg chg="add mod">
          <ac:chgData name="june7rey@yahoo.com" userId="24b80ac2850c150b" providerId="LiveId" clId="{9D0604A3-4239-4E5B-A64C-C4C40C226134}" dt="2026-10-13T05:31:19.378" v="867" actId="948"/>
          <ac:spMkLst>
            <pc:docMk/>
            <pc:sldMk cId="2055440828" sldId="269"/>
            <ac:spMk id="4" creationId="{C0A3D4D2-AD63-A6F5-4F2A-4BA214F987D7}"/>
          </ac:spMkLst>
        </pc:spChg>
        <pc:spChg chg="add mod">
          <ac:chgData name="june7rey@yahoo.com" userId="24b80ac2850c150b" providerId="LiveId" clId="{9D0604A3-4239-4E5B-A64C-C4C40C226134}" dt="2026-10-13T05:31:19.394" v="873" actId="1582"/>
          <ac:spMkLst>
            <pc:docMk/>
            <pc:sldMk cId="2055440828" sldId="269"/>
            <ac:spMk id="7" creationId="{3BC17532-8DF8-5A4B-BCE1-2780608C1A0A}"/>
          </ac:spMkLst>
        </pc:spChg>
        <pc:spChg chg="add mod">
          <ac:chgData name="june7rey@yahoo.com" userId="24b80ac2850c150b" providerId="LiveId" clId="{9D0604A3-4239-4E5B-A64C-C4C40C226134}" dt="2026-10-13T05:31:19.412" v="887" actId="948"/>
          <ac:spMkLst>
            <pc:docMk/>
            <pc:sldMk cId="2055440828" sldId="269"/>
            <ac:spMk id="10" creationId="{86DC3CFC-13A9-273D-AC4F-C6B63FE58C1F}"/>
          </ac:spMkLst>
        </pc:spChg>
        <pc:spChg chg="add mod">
          <ac:chgData name="june7rey@yahoo.com" userId="24b80ac2850c150b" providerId="LiveId" clId="{9D0604A3-4239-4E5B-A64C-C4C40C226134}" dt="2026-10-13T05:31:19.428" v="899" actId="948"/>
          <ac:spMkLst>
            <pc:docMk/>
            <pc:sldMk cId="2055440828" sldId="269"/>
            <ac:spMk id="11" creationId="{31D09E94-1BF7-19A4-B45F-931AFDE639D6}"/>
          </ac:spMkLst>
        </pc:spChg>
        <pc:spChg chg="add mod">
          <ac:chgData name="june7rey@yahoo.com" userId="24b80ac2850c150b" providerId="LiveId" clId="{9D0604A3-4239-4E5B-A64C-C4C40C226134}" dt="2026-10-13T05:31:19.429" v="903" actId="1582"/>
          <ac:spMkLst>
            <pc:docMk/>
            <pc:sldMk cId="2055440828" sldId="269"/>
            <ac:spMk id="12" creationId="{B0A96885-DD75-EC68-7F36-AA2F7E5E0987}"/>
          </ac:spMkLst>
        </pc:spChg>
        <pc:spChg chg="add mod">
          <ac:chgData name="june7rey@yahoo.com" userId="24b80ac2850c150b" providerId="LiveId" clId="{9D0604A3-4239-4E5B-A64C-C4C40C226134}" dt="2026-10-13T05:31:19.451" v="917" actId="948"/>
          <ac:spMkLst>
            <pc:docMk/>
            <pc:sldMk cId="2055440828" sldId="269"/>
            <ac:spMk id="15" creationId="{F3DB4BA9-9685-EFB6-2100-35578EC709BD}"/>
          </ac:spMkLst>
        </pc:spChg>
        <pc:spChg chg="add mod">
          <ac:chgData name="june7rey@yahoo.com" userId="24b80ac2850c150b" providerId="LiveId" clId="{9D0604A3-4239-4E5B-A64C-C4C40C226134}" dt="2026-10-13T05:31:19.469" v="929" actId="948"/>
          <ac:spMkLst>
            <pc:docMk/>
            <pc:sldMk cId="2055440828" sldId="269"/>
            <ac:spMk id="16" creationId="{7192222D-6E73-9ADF-771B-C0801E4A10CE}"/>
          </ac:spMkLst>
        </pc:spChg>
        <pc:spChg chg="add mod">
          <ac:chgData name="june7rey@yahoo.com" userId="24b80ac2850c150b" providerId="LiveId" clId="{9D0604A3-4239-4E5B-A64C-C4C40C226134}" dt="2026-10-13T05:31:19.473" v="932"/>
          <ac:spMkLst>
            <pc:docMk/>
            <pc:sldMk cId="2055440828" sldId="269"/>
            <ac:spMk id="17" creationId="{1D498E12-F32F-015E-A2EB-6037B070060E}"/>
          </ac:spMkLst>
        </pc:spChg>
        <pc:spChg chg="add mod">
          <ac:chgData name="june7rey@yahoo.com" userId="24b80ac2850c150b" providerId="LiveId" clId="{9D0604A3-4239-4E5B-A64C-C4C40C226134}" dt="2026-10-13T05:31:19.489" v="944" actId="948"/>
          <ac:spMkLst>
            <pc:docMk/>
            <pc:sldMk cId="2055440828" sldId="269"/>
            <ac:spMk id="18" creationId="{6974430C-0049-CDA4-001C-162F255E28FE}"/>
          </ac:spMkLst>
        </pc:spChg>
        <pc:spChg chg="add mod">
          <ac:chgData name="june7rey@yahoo.com" userId="24b80ac2850c150b" providerId="LiveId" clId="{9D0604A3-4239-4E5B-A64C-C4C40C226134}" dt="2026-10-13T05:31:19.495" v="956" actId="948"/>
          <ac:spMkLst>
            <pc:docMk/>
            <pc:sldMk cId="2055440828" sldId="269"/>
            <ac:spMk id="19" creationId="{9E5978D1-647C-3FC5-CDF9-39D883989739}"/>
          </ac:spMkLst>
        </pc:spChg>
        <pc:picChg chg="add mod">
          <ac:chgData name="june7rey@yahoo.com" userId="24b80ac2850c150b" providerId="LiveId" clId="{9D0604A3-4239-4E5B-A64C-C4C40C226134}" dt="2026-10-13T05:31:19.378" v="869"/>
          <ac:picMkLst>
            <pc:docMk/>
            <pc:sldMk cId="2055440828" sldId="269"/>
            <ac:picMk id="6" creationId="{73C4A494-FEF5-4629-9409-10D04D57D80C}"/>
          </ac:picMkLst>
        </pc:picChg>
        <pc:picChg chg="add mod">
          <ac:chgData name="june7rey@yahoo.com" userId="24b80ac2850c150b" providerId="LiveId" clId="{9D0604A3-4239-4E5B-A64C-C4C40C226134}" dt="2026-10-13T05:31:19.395" v="875"/>
          <ac:picMkLst>
            <pc:docMk/>
            <pc:sldMk cId="2055440828" sldId="269"/>
            <ac:picMk id="9" creationId="{C175D5FF-525C-C726-3295-35B5AA4BEC68}"/>
          </ac:picMkLst>
        </pc:picChg>
        <pc:picChg chg="add mod">
          <ac:chgData name="june7rey@yahoo.com" userId="24b80ac2850c150b" providerId="LiveId" clId="{9D0604A3-4239-4E5B-A64C-C4C40C226134}" dt="2026-10-13T05:31:19.429" v="905"/>
          <ac:picMkLst>
            <pc:docMk/>
            <pc:sldMk cId="2055440828" sldId="269"/>
            <ac:picMk id="14" creationId="{1E9CE62C-6865-CFDE-C6E9-701FE06D8011}"/>
          </ac:picMkLst>
        </pc:picChg>
      </pc:sldChg>
      <pc:sldChg chg="addSp modSp add mod setBg modNotes">
        <pc:chgData name="june7rey@yahoo.com" userId="24b80ac2850c150b" providerId="LiveId" clId="{9D0604A3-4239-4E5B-A64C-C4C40C226134}" dt="2026-10-13T06:05:03.194" v="3267" actId="20577"/>
        <pc:sldMkLst>
          <pc:docMk/>
          <pc:sldMk cId="3149247754" sldId="269"/>
        </pc:sldMkLst>
        <pc:spChg chg="add mod">
          <ac:chgData name="june7rey@yahoo.com" userId="24b80ac2850c150b" providerId="LiveId" clId="{9D0604A3-4239-4E5B-A64C-C4C40C226134}" dt="2026-10-13T05:46:23.649" v="2043"/>
          <ac:spMkLst>
            <pc:docMk/>
            <pc:sldMk cId="3149247754" sldId="269"/>
            <ac:spMk id="2" creationId="{3808A85D-E371-ED66-84AA-BB1023B6F117}"/>
          </ac:spMkLst>
        </pc:spChg>
        <pc:spChg chg="add mod">
          <ac:chgData name="june7rey@yahoo.com" userId="24b80ac2850c150b" providerId="LiveId" clId="{9D0604A3-4239-4E5B-A64C-C4C40C226134}" dt="2026-10-13T05:46:23.665" v="2055" actId="948"/>
          <ac:spMkLst>
            <pc:docMk/>
            <pc:sldMk cId="3149247754" sldId="269"/>
            <ac:spMk id="3" creationId="{915D2EA3-3790-5C64-CBC4-4E5FEEA1C3F7}"/>
          </ac:spMkLst>
        </pc:spChg>
        <pc:spChg chg="add mod">
          <ac:chgData name="june7rey@yahoo.com" userId="24b80ac2850c150b" providerId="LiveId" clId="{9D0604A3-4239-4E5B-A64C-C4C40C226134}" dt="2026-10-13T05:46:23.696" v="2067" actId="948"/>
          <ac:spMkLst>
            <pc:docMk/>
            <pc:sldMk cId="3149247754" sldId="269"/>
            <ac:spMk id="4" creationId="{A0A74413-6629-0A61-7284-079F8165D3A0}"/>
          </ac:spMkLst>
        </pc:spChg>
        <pc:spChg chg="add mod">
          <ac:chgData name="june7rey@yahoo.com" userId="24b80ac2850c150b" providerId="LiveId" clId="{9D0604A3-4239-4E5B-A64C-C4C40C226134}" dt="2026-10-13T05:46:23.699" v="2073" actId="1582"/>
          <ac:spMkLst>
            <pc:docMk/>
            <pc:sldMk cId="3149247754" sldId="269"/>
            <ac:spMk id="7" creationId="{D6645EBE-1831-AD03-7CB2-FBBCAF428C9F}"/>
          </ac:spMkLst>
        </pc:spChg>
        <pc:spChg chg="add mod">
          <ac:chgData name="june7rey@yahoo.com" userId="24b80ac2850c150b" providerId="LiveId" clId="{9D0604A3-4239-4E5B-A64C-C4C40C226134}" dt="2026-10-13T05:46:23.712" v="2087" actId="948"/>
          <ac:spMkLst>
            <pc:docMk/>
            <pc:sldMk cId="3149247754" sldId="269"/>
            <ac:spMk id="10" creationId="{4023EF6A-EA48-5CC5-F82A-CA931E950478}"/>
          </ac:spMkLst>
        </pc:spChg>
        <pc:spChg chg="add mod">
          <ac:chgData name="june7rey@yahoo.com" userId="24b80ac2850c150b" providerId="LiveId" clId="{9D0604A3-4239-4E5B-A64C-C4C40C226134}" dt="2026-10-13T05:46:23.727" v="2099" actId="948"/>
          <ac:spMkLst>
            <pc:docMk/>
            <pc:sldMk cId="3149247754" sldId="269"/>
            <ac:spMk id="11" creationId="{984D3449-70FC-772F-3C04-9FE520760C58}"/>
          </ac:spMkLst>
        </pc:spChg>
        <pc:spChg chg="add mod">
          <ac:chgData name="june7rey@yahoo.com" userId="24b80ac2850c150b" providerId="LiveId" clId="{9D0604A3-4239-4E5B-A64C-C4C40C226134}" dt="2026-10-13T05:46:23.743" v="2103" actId="1582"/>
          <ac:spMkLst>
            <pc:docMk/>
            <pc:sldMk cId="3149247754" sldId="269"/>
            <ac:spMk id="12" creationId="{3ECE442A-3F3E-6708-B06D-9D827B8AE1C7}"/>
          </ac:spMkLst>
        </pc:spChg>
        <pc:spChg chg="add mod">
          <ac:chgData name="june7rey@yahoo.com" userId="24b80ac2850c150b" providerId="LiveId" clId="{9D0604A3-4239-4E5B-A64C-C4C40C226134}" dt="2026-10-13T05:46:23.759" v="2117" actId="948"/>
          <ac:spMkLst>
            <pc:docMk/>
            <pc:sldMk cId="3149247754" sldId="269"/>
            <ac:spMk id="15" creationId="{EE3E019D-496B-469C-77CA-5AA5FB8B948A}"/>
          </ac:spMkLst>
        </pc:spChg>
        <pc:spChg chg="add mod">
          <ac:chgData name="june7rey@yahoo.com" userId="24b80ac2850c150b" providerId="LiveId" clId="{9D0604A3-4239-4E5B-A64C-C4C40C226134}" dt="2026-10-13T05:46:23.774" v="2129" actId="948"/>
          <ac:spMkLst>
            <pc:docMk/>
            <pc:sldMk cId="3149247754" sldId="269"/>
            <ac:spMk id="16" creationId="{876FBA57-D3F3-8A3A-89B1-D35D8CBD05F8}"/>
          </ac:spMkLst>
        </pc:spChg>
        <pc:spChg chg="add mod">
          <ac:chgData name="june7rey@yahoo.com" userId="24b80ac2850c150b" providerId="LiveId" clId="{9D0604A3-4239-4E5B-A64C-C4C40C226134}" dt="2026-10-13T05:46:23.774" v="2132"/>
          <ac:spMkLst>
            <pc:docMk/>
            <pc:sldMk cId="3149247754" sldId="269"/>
            <ac:spMk id="17" creationId="{FA8ED0F8-C183-EAFE-BF8A-1A3E8C8E4C1E}"/>
          </ac:spMkLst>
        </pc:spChg>
        <pc:spChg chg="add mod">
          <ac:chgData name="june7rey@yahoo.com" userId="24b80ac2850c150b" providerId="LiveId" clId="{9D0604A3-4239-4E5B-A64C-C4C40C226134}" dt="2026-10-13T05:46:23.790" v="2144" actId="948"/>
          <ac:spMkLst>
            <pc:docMk/>
            <pc:sldMk cId="3149247754" sldId="269"/>
            <ac:spMk id="18" creationId="{6C6E8BA7-51BE-8B8F-81B6-D9A700CB5F55}"/>
          </ac:spMkLst>
        </pc:spChg>
        <pc:spChg chg="add mod">
          <ac:chgData name="june7rey@yahoo.com" userId="24b80ac2850c150b" providerId="LiveId" clId="{9D0604A3-4239-4E5B-A64C-C4C40C226134}" dt="2026-10-13T05:46:23.806" v="2156" actId="948"/>
          <ac:spMkLst>
            <pc:docMk/>
            <pc:sldMk cId="3149247754" sldId="269"/>
            <ac:spMk id="19" creationId="{4CD5FE70-E56D-C039-F54C-52A2FF80C847}"/>
          </ac:spMkLst>
        </pc:spChg>
        <pc:picChg chg="add mod">
          <ac:chgData name="june7rey@yahoo.com" userId="24b80ac2850c150b" providerId="LiveId" clId="{9D0604A3-4239-4E5B-A64C-C4C40C226134}" dt="2026-10-13T05:46:23.696" v="2069"/>
          <ac:picMkLst>
            <pc:docMk/>
            <pc:sldMk cId="3149247754" sldId="269"/>
            <ac:picMk id="6" creationId="{85256109-665B-E6DE-2844-79829211CEC5}"/>
          </ac:picMkLst>
        </pc:picChg>
        <pc:picChg chg="add mod">
          <ac:chgData name="june7rey@yahoo.com" userId="24b80ac2850c150b" providerId="LiveId" clId="{9D0604A3-4239-4E5B-A64C-C4C40C226134}" dt="2026-10-13T05:46:23.699" v="2075"/>
          <ac:picMkLst>
            <pc:docMk/>
            <pc:sldMk cId="3149247754" sldId="269"/>
            <ac:picMk id="9" creationId="{A7E21EE9-B87B-C586-D827-293939BA7A34}"/>
          </ac:picMkLst>
        </pc:picChg>
        <pc:picChg chg="add mod">
          <ac:chgData name="june7rey@yahoo.com" userId="24b80ac2850c150b" providerId="LiveId" clId="{9D0604A3-4239-4E5B-A64C-C4C40C226134}" dt="2026-10-13T05:46:23.743" v="2105"/>
          <ac:picMkLst>
            <pc:docMk/>
            <pc:sldMk cId="3149247754" sldId="269"/>
            <ac:picMk id="14" creationId="{4678A01E-0301-1A77-7C83-A5C7FBC94E00}"/>
          </ac:picMkLst>
        </pc:picChg>
      </pc:sldChg>
      <pc:sldChg chg="addSp modSp add del mod setBg">
        <pc:chgData name="june7rey@yahoo.com" userId="24b80ac2850c150b" providerId="LiveId" clId="{9D0604A3-4239-4E5B-A64C-C4C40C226134}" dt="2026-10-13T05:31:18.962" v="716" actId="2696"/>
        <pc:sldMkLst>
          <pc:docMk/>
          <pc:sldMk cId="1910325425" sldId="270"/>
        </pc:sldMkLst>
        <pc:spChg chg="add mod">
          <ac:chgData name="june7rey@yahoo.com" userId="24b80ac2850c150b" providerId="LiveId" clId="{9D0604A3-4239-4E5B-A64C-C4C40C226134}" dt="2026-10-13T05:30:30.579" v="362"/>
          <ac:spMkLst>
            <pc:docMk/>
            <pc:sldMk cId="1910325425" sldId="270"/>
            <ac:spMk id="2" creationId="{C98BEF8B-C4FC-7A54-018A-7653CB4FEB67}"/>
          </ac:spMkLst>
        </pc:spChg>
        <pc:spChg chg="add mod">
          <ac:chgData name="june7rey@yahoo.com" userId="24b80ac2850c150b" providerId="LiveId" clId="{9D0604A3-4239-4E5B-A64C-C4C40C226134}" dt="2026-10-13T05:30:30.596" v="374" actId="948"/>
          <ac:spMkLst>
            <pc:docMk/>
            <pc:sldMk cId="1910325425" sldId="270"/>
            <ac:spMk id="3" creationId="{9B1E81BE-C2D5-3D7D-0ACA-9ED79C0594B6}"/>
          </ac:spMkLst>
        </pc:spChg>
        <pc:spChg chg="add mod">
          <ac:chgData name="june7rey@yahoo.com" userId="24b80ac2850c150b" providerId="LiveId" clId="{9D0604A3-4239-4E5B-A64C-C4C40C226134}" dt="2026-10-13T05:30:30.612" v="386" actId="948"/>
          <ac:spMkLst>
            <pc:docMk/>
            <pc:sldMk cId="1910325425" sldId="270"/>
            <ac:spMk id="4" creationId="{9949F41C-8254-BA47-CB5C-C19493D45BB8}"/>
          </ac:spMkLst>
        </pc:spChg>
        <pc:spChg chg="add mod">
          <ac:chgData name="june7rey@yahoo.com" userId="24b80ac2850c150b" providerId="LiveId" clId="{9D0604A3-4239-4E5B-A64C-C4C40C226134}" dt="2026-10-13T05:30:30.612" v="392" actId="1582"/>
          <ac:spMkLst>
            <pc:docMk/>
            <pc:sldMk cId="1910325425" sldId="270"/>
            <ac:spMk id="7" creationId="{2FA5BC22-5225-A52F-F5DE-4160DD6CF216}"/>
          </ac:spMkLst>
        </pc:spChg>
        <pc:spChg chg="add mod">
          <ac:chgData name="june7rey@yahoo.com" userId="24b80ac2850c150b" providerId="LiveId" clId="{9D0604A3-4239-4E5B-A64C-C4C40C226134}" dt="2026-10-13T05:30:30.629" v="406" actId="948"/>
          <ac:spMkLst>
            <pc:docMk/>
            <pc:sldMk cId="1910325425" sldId="270"/>
            <ac:spMk id="10" creationId="{740337CD-BDF5-9EC2-D48A-1B735C6C2569}"/>
          </ac:spMkLst>
        </pc:spChg>
        <pc:spChg chg="add mod">
          <ac:chgData name="june7rey@yahoo.com" userId="24b80ac2850c150b" providerId="LiveId" clId="{9D0604A3-4239-4E5B-A64C-C4C40C226134}" dt="2026-10-13T05:30:30.645" v="418" actId="948"/>
          <ac:spMkLst>
            <pc:docMk/>
            <pc:sldMk cId="1910325425" sldId="270"/>
            <ac:spMk id="11" creationId="{112A6C00-D413-73E3-8131-49CE5FFCC4CD}"/>
          </ac:spMkLst>
        </pc:spChg>
        <pc:spChg chg="add mod">
          <ac:chgData name="june7rey@yahoo.com" userId="24b80ac2850c150b" providerId="LiveId" clId="{9D0604A3-4239-4E5B-A64C-C4C40C226134}" dt="2026-10-13T05:30:30.662" v="422" actId="1582"/>
          <ac:spMkLst>
            <pc:docMk/>
            <pc:sldMk cId="1910325425" sldId="270"/>
            <ac:spMk id="12" creationId="{AC772D0F-523D-77B6-1756-3DA75ADB6646}"/>
          </ac:spMkLst>
        </pc:spChg>
        <pc:spChg chg="add mod">
          <ac:chgData name="june7rey@yahoo.com" userId="24b80ac2850c150b" providerId="LiveId" clId="{9D0604A3-4239-4E5B-A64C-C4C40C226134}" dt="2026-10-13T05:30:30.679" v="436" actId="948"/>
          <ac:spMkLst>
            <pc:docMk/>
            <pc:sldMk cId="1910325425" sldId="270"/>
            <ac:spMk id="15" creationId="{DA089613-C6A7-6CA9-8232-3354B674724E}"/>
          </ac:spMkLst>
        </pc:spChg>
        <pc:spChg chg="add mod">
          <ac:chgData name="june7rey@yahoo.com" userId="24b80ac2850c150b" providerId="LiveId" clId="{9D0604A3-4239-4E5B-A64C-C4C40C226134}" dt="2026-10-13T05:30:30.696" v="448" actId="948"/>
          <ac:spMkLst>
            <pc:docMk/>
            <pc:sldMk cId="1910325425" sldId="270"/>
            <ac:spMk id="16" creationId="{17DF7BCE-D065-0190-621E-B9B5E533C785}"/>
          </ac:spMkLst>
        </pc:spChg>
        <pc:spChg chg="add mod">
          <ac:chgData name="june7rey@yahoo.com" userId="24b80ac2850c150b" providerId="LiveId" clId="{9D0604A3-4239-4E5B-A64C-C4C40C226134}" dt="2026-10-13T05:30:30.696" v="451"/>
          <ac:spMkLst>
            <pc:docMk/>
            <pc:sldMk cId="1910325425" sldId="270"/>
            <ac:spMk id="17" creationId="{BAF3D74C-8AE2-57C7-F42A-626D59BEB504}"/>
          </ac:spMkLst>
        </pc:spChg>
        <pc:spChg chg="add mod">
          <ac:chgData name="june7rey@yahoo.com" userId="24b80ac2850c150b" providerId="LiveId" clId="{9D0604A3-4239-4E5B-A64C-C4C40C226134}" dt="2026-10-13T05:30:30.712" v="463" actId="948"/>
          <ac:spMkLst>
            <pc:docMk/>
            <pc:sldMk cId="1910325425" sldId="270"/>
            <ac:spMk id="18" creationId="{CC7B88DD-017C-C673-2A7A-86409E962314}"/>
          </ac:spMkLst>
        </pc:spChg>
        <pc:spChg chg="add mod">
          <ac:chgData name="june7rey@yahoo.com" userId="24b80ac2850c150b" providerId="LiveId" clId="{9D0604A3-4239-4E5B-A64C-C4C40C226134}" dt="2026-10-13T05:30:30.729" v="475" actId="948"/>
          <ac:spMkLst>
            <pc:docMk/>
            <pc:sldMk cId="1910325425" sldId="270"/>
            <ac:spMk id="19" creationId="{2B015086-E341-0431-5FA8-BDA5B65C2B93}"/>
          </ac:spMkLst>
        </pc:spChg>
        <pc:picChg chg="add mod">
          <ac:chgData name="june7rey@yahoo.com" userId="24b80ac2850c150b" providerId="LiveId" clId="{9D0604A3-4239-4E5B-A64C-C4C40C226134}" dt="2026-10-13T05:30:30.612" v="388"/>
          <ac:picMkLst>
            <pc:docMk/>
            <pc:sldMk cId="1910325425" sldId="270"/>
            <ac:picMk id="6" creationId="{689DC726-E3B8-01EE-30AC-DBA04CFECC8C}"/>
          </ac:picMkLst>
        </pc:picChg>
        <pc:picChg chg="add mod">
          <ac:chgData name="june7rey@yahoo.com" userId="24b80ac2850c150b" providerId="LiveId" clId="{9D0604A3-4239-4E5B-A64C-C4C40C226134}" dt="2026-10-13T05:30:30.612" v="394"/>
          <ac:picMkLst>
            <pc:docMk/>
            <pc:sldMk cId="1910325425" sldId="270"/>
            <ac:picMk id="9" creationId="{9BF1FA8E-1C88-1BF3-415B-940954FFAF74}"/>
          </ac:picMkLst>
        </pc:picChg>
        <pc:picChg chg="add mod">
          <ac:chgData name="june7rey@yahoo.com" userId="24b80ac2850c150b" providerId="LiveId" clId="{9D0604A3-4239-4E5B-A64C-C4C40C226134}" dt="2026-10-13T05:30:30.662" v="424"/>
          <ac:picMkLst>
            <pc:docMk/>
            <pc:sldMk cId="1910325425" sldId="270"/>
            <ac:picMk id="14" creationId="{B7B14C44-464C-165E-DB2B-79BECA4FBACC}"/>
          </ac:picMkLst>
        </pc:picChg>
      </pc:sldChg>
      <pc:sldChg chg="addSp modSp add del mod setBg">
        <pc:chgData name="june7rey@yahoo.com" userId="24b80ac2850c150b" providerId="LiveId" clId="{9D0604A3-4239-4E5B-A64C-C4C40C226134}" dt="2026-10-13T05:31:46.328" v="1316" actId="2696"/>
        <pc:sldMkLst>
          <pc:docMk/>
          <pc:sldMk cId="3397137130" sldId="270"/>
        </pc:sldMkLst>
        <pc:spChg chg="add mod">
          <ac:chgData name="june7rey@yahoo.com" userId="24b80ac2850c150b" providerId="LiveId" clId="{9D0604A3-4239-4E5B-A64C-C4C40C226134}" dt="2026-10-13T05:31:19.512" v="962"/>
          <ac:spMkLst>
            <pc:docMk/>
            <pc:sldMk cId="3397137130" sldId="270"/>
            <ac:spMk id="2" creationId="{82896380-D613-7463-2AD4-98B369FEC689}"/>
          </ac:spMkLst>
        </pc:spChg>
        <pc:spChg chg="add mod">
          <ac:chgData name="june7rey@yahoo.com" userId="24b80ac2850c150b" providerId="LiveId" clId="{9D0604A3-4239-4E5B-A64C-C4C40C226134}" dt="2026-10-13T05:31:19.527" v="974" actId="948"/>
          <ac:spMkLst>
            <pc:docMk/>
            <pc:sldMk cId="3397137130" sldId="270"/>
            <ac:spMk id="3" creationId="{1498BA58-5391-5B0E-52CA-1C4A8CBAF666}"/>
          </ac:spMkLst>
        </pc:spChg>
        <pc:spChg chg="add mod">
          <ac:chgData name="june7rey@yahoo.com" userId="24b80ac2850c150b" providerId="LiveId" clId="{9D0604A3-4239-4E5B-A64C-C4C40C226134}" dt="2026-10-13T05:31:19.539" v="986" actId="948"/>
          <ac:spMkLst>
            <pc:docMk/>
            <pc:sldMk cId="3397137130" sldId="270"/>
            <ac:spMk id="4" creationId="{59DE7F6A-42B8-CD4D-C0CA-6872AE982DF0}"/>
          </ac:spMkLst>
        </pc:spChg>
        <pc:spChg chg="add mod">
          <ac:chgData name="june7rey@yahoo.com" userId="24b80ac2850c150b" providerId="LiveId" clId="{9D0604A3-4239-4E5B-A64C-C4C40C226134}" dt="2026-10-13T05:31:19.545" v="992" actId="1582"/>
          <ac:spMkLst>
            <pc:docMk/>
            <pc:sldMk cId="3397137130" sldId="270"/>
            <ac:spMk id="7" creationId="{5BA2114E-D887-8D79-06E8-E735327C4183}"/>
          </ac:spMkLst>
        </pc:spChg>
        <pc:spChg chg="add mod">
          <ac:chgData name="june7rey@yahoo.com" userId="24b80ac2850c150b" providerId="LiveId" clId="{9D0604A3-4239-4E5B-A64C-C4C40C226134}" dt="2026-10-13T05:31:19.562" v="1006" actId="948"/>
          <ac:spMkLst>
            <pc:docMk/>
            <pc:sldMk cId="3397137130" sldId="270"/>
            <ac:spMk id="10" creationId="{797D0636-85A2-3667-1741-A4B1CD3F4D5F}"/>
          </ac:spMkLst>
        </pc:spChg>
        <pc:spChg chg="add mod">
          <ac:chgData name="june7rey@yahoo.com" userId="24b80ac2850c150b" providerId="LiveId" clId="{9D0604A3-4239-4E5B-A64C-C4C40C226134}" dt="2026-10-13T05:31:19.579" v="1018" actId="948"/>
          <ac:spMkLst>
            <pc:docMk/>
            <pc:sldMk cId="3397137130" sldId="270"/>
            <ac:spMk id="11" creationId="{90290312-DDD2-F349-304B-50E2ABC440FC}"/>
          </ac:spMkLst>
        </pc:spChg>
        <pc:spChg chg="add mod">
          <ac:chgData name="june7rey@yahoo.com" userId="24b80ac2850c150b" providerId="LiveId" clId="{9D0604A3-4239-4E5B-A64C-C4C40C226134}" dt="2026-10-13T05:31:19.579" v="1022" actId="1582"/>
          <ac:spMkLst>
            <pc:docMk/>
            <pc:sldMk cId="3397137130" sldId="270"/>
            <ac:spMk id="12" creationId="{C326F230-7C53-1508-E67F-0382D7A1D5F2}"/>
          </ac:spMkLst>
        </pc:spChg>
        <pc:spChg chg="add mod">
          <ac:chgData name="june7rey@yahoo.com" userId="24b80ac2850c150b" providerId="LiveId" clId="{9D0604A3-4239-4E5B-A64C-C4C40C226134}" dt="2026-10-13T05:31:19.595" v="1036" actId="948"/>
          <ac:spMkLst>
            <pc:docMk/>
            <pc:sldMk cId="3397137130" sldId="270"/>
            <ac:spMk id="15" creationId="{BC7EA29A-CFA4-367A-903D-5B96A28DBADF}"/>
          </ac:spMkLst>
        </pc:spChg>
        <pc:spChg chg="add mod">
          <ac:chgData name="june7rey@yahoo.com" userId="24b80ac2850c150b" providerId="LiveId" clId="{9D0604A3-4239-4E5B-A64C-C4C40C226134}" dt="2026-10-13T05:31:19.612" v="1048" actId="948"/>
          <ac:spMkLst>
            <pc:docMk/>
            <pc:sldMk cId="3397137130" sldId="270"/>
            <ac:spMk id="16" creationId="{9C3D7204-2DAA-4CAB-72AA-5BFFEFD42FAB}"/>
          </ac:spMkLst>
        </pc:spChg>
        <pc:spChg chg="add mod">
          <ac:chgData name="june7rey@yahoo.com" userId="24b80ac2850c150b" providerId="LiveId" clId="{9D0604A3-4239-4E5B-A64C-C4C40C226134}" dt="2026-10-13T05:31:19.612" v="1051"/>
          <ac:spMkLst>
            <pc:docMk/>
            <pc:sldMk cId="3397137130" sldId="270"/>
            <ac:spMk id="17" creationId="{FDC2EADC-E618-7848-7EE9-BBB410CC035B}"/>
          </ac:spMkLst>
        </pc:spChg>
        <pc:spChg chg="add mod">
          <ac:chgData name="june7rey@yahoo.com" userId="24b80ac2850c150b" providerId="LiveId" clId="{9D0604A3-4239-4E5B-A64C-C4C40C226134}" dt="2026-10-13T05:31:19.628" v="1063" actId="948"/>
          <ac:spMkLst>
            <pc:docMk/>
            <pc:sldMk cId="3397137130" sldId="270"/>
            <ac:spMk id="18" creationId="{B095DA75-D4EA-3AC8-122D-C2085FDE6DF8}"/>
          </ac:spMkLst>
        </pc:spChg>
        <pc:spChg chg="add mod">
          <ac:chgData name="june7rey@yahoo.com" userId="24b80ac2850c150b" providerId="LiveId" clId="{9D0604A3-4239-4E5B-A64C-C4C40C226134}" dt="2026-10-13T05:31:19.645" v="1075" actId="948"/>
          <ac:spMkLst>
            <pc:docMk/>
            <pc:sldMk cId="3397137130" sldId="270"/>
            <ac:spMk id="19" creationId="{1C66915B-ACD6-99F2-8DB4-A7A34665FBA9}"/>
          </ac:spMkLst>
        </pc:spChg>
        <pc:picChg chg="add mod">
          <ac:chgData name="june7rey@yahoo.com" userId="24b80ac2850c150b" providerId="LiveId" clId="{9D0604A3-4239-4E5B-A64C-C4C40C226134}" dt="2026-10-13T05:31:19.545" v="988"/>
          <ac:picMkLst>
            <pc:docMk/>
            <pc:sldMk cId="3397137130" sldId="270"/>
            <ac:picMk id="6" creationId="{CBB90E52-9541-1109-C625-36A1D3E2F721}"/>
          </ac:picMkLst>
        </pc:picChg>
        <pc:picChg chg="add mod">
          <ac:chgData name="june7rey@yahoo.com" userId="24b80ac2850c150b" providerId="LiveId" clId="{9D0604A3-4239-4E5B-A64C-C4C40C226134}" dt="2026-10-13T05:31:19.545" v="994"/>
          <ac:picMkLst>
            <pc:docMk/>
            <pc:sldMk cId="3397137130" sldId="270"/>
            <ac:picMk id="9" creationId="{1176CB09-123A-69E5-CAD8-8490E00827C6}"/>
          </ac:picMkLst>
        </pc:picChg>
        <pc:picChg chg="add mod">
          <ac:chgData name="june7rey@yahoo.com" userId="24b80ac2850c150b" providerId="LiveId" clId="{9D0604A3-4239-4E5B-A64C-C4C40C226134}" dt="2026-10-13T05:31:19.579" v="1024"/>
          <ac:picMkLst>
            <pc:docMk/>
            <pc:sldMk cId="3397137130" sldId="270"/>
            <ac:picMk id="14" creationId="{0AB4A5A1-D9C4-3741-3B5B-4C00254F69B5}"/>
          </ac:picMkLst>
        </pc:picChg>
      </pc:sldChg>
      <pc:sldChg chg="addSp modSp add mod setBg modNotes">
        <pc:chgData name="june7rey@yahoo.com" userId="24b80ac2850c150b" providerId="LiveId" clId="{9D0604A3-4239-4E5B-A64C-C4C40C226134}" dt="2026-10-13T06:05:03.209" v="3268" actId="20577"/>
        <pc:sldMkLst>
          <pc:docMk/>
          <pc:sldMk cId="4092412819" sldId="270"/>
        </pc:sldMkLst>
        <pc:spChg chg="add mod">
          <ac:chgData name="june7rey@yahoo.com" userId="24b80ac2850c150b" providerId="LiveId" clId="{9D0604A3-4239-4E5B-A64C-C4C40C226134}" dt="2026-10-13T05:46:23.806" v="2162"/>
          <ac:spMkLst>
            <pc:docMk/>
            <pc:sldMk cId="4092412819" sldId="270"/>
            <ac:spMk id="2" creationId="{916D1159-72BB-FC78-9C30-E521CAB9720D}"/>
          </ac:spMkLst>
        </pc:spChg>
        <pc:spChg chg="add mod">
          <ac:chgData name="june7rey@yahoo.com" userId="24b80ac2850c150b" providerId="LiveId" clId="{9D0604A3-4239-4E5B-A64C-C4C40C226134}" dt="2026-10-13T05:46:23.822" v="2174" actId="948"/>
          <ac:spMkLst>
            <pc:docMk/>
            <pc:sldMk cId="4092412819" sldId="270"/>
            <ac:spMk id="3" creationId="{D50FCC80-B38F-3503-4C65-8AD86128E40D}"/>
          </ac:spMkLst>
        </pc:spChg>
        <pc:spChg chg="add mod">
          <ac:chgData name="june7rey@yahoo.com" userId="24b80ac2850c150b" providerId="LiveId" clId="{9D0604A3-4239-4E5B-A64C-C4C40C226134}" dt="2026-10-13T05:46:23.838" v="2186" actId="948"/>
          <ac:spMkLst>
            <pc:docMk/>
            <pc:sldMk cId="4092412819" sldId="270"/>
            <ac:spMk id="4" creationId="{78496D5C-180C-62EA-69D6-EF0933462E9B}"/>
          </ac:spMkLst>
        </pc:spChg>
        <pc:spChg chg="add mod">
          <ac:chgData name="june7rey@yahoo.com" userId="24b80ac2850c150b" providerId="LiveId" clId="{9D0604A3-4239-4E5B-A64C-C4C40C226134}" dt="2026-10-13T05:46:23.854" v="2192" actId="1582"/>
          <ac:spMkLst>
            <pc:docMk/>
            <pc:sldMk cId="4092412819" sldId="270"/>
            <ac:spMk id="7" creationId="{04B57AF1-245C-2BF7-4168-EA4FE143ABD3}"/>
          </ac:spMkLst>
        </pc:spChg>
        <pc:spChg chg="add mod">
          <ac:chgData name="june7rey@yahoo.com" userId="24b80ac2850c150b" providerId="LiveId" clId="{9D0604A3-4239-4E5B-A64C-C4C40C226134}" dt="2026-10-13T05:46:23.869" v="2206" actId="948"/>
          <ac:spMkLst>
            <pc:docMk/>
            <pc:sldMk cId="4092412819" sldId="270"/>
            <ac:spMk id="10" creationId="{E42A338A-09DC-42DC-B0EE-6F84DC6D24CD}"/>
          </ac:spMkLst>
        </pc:spChg>
        <pc:spChg chg="add mod">
          <ac:chgData name="june7rey@yahoo.com" userId="24b80ac2850c150b" providerId="LiveId" clId="{9D0604A3-4239-4E5B-A64C-C4C40C226134}" dt="2026-10-13T05:46:23.885" v="2218" actId="948"/>
          <ac:spMkLst>
            <pc:docMk/>
            <pc:sldMk cId="4092412819" sldId="270"/>
            <ac:spMk id="11" creationId="{DA55DD33-9F62-3E4A-643D-ACFEDFCF60FE}"/>
          </ac:spMkLst>
        </pc:spChg>
        <pc:spChg chg="add mod">
          <ac:chgData name="june7rey@yahoo.com" userId="24b80ac2850c150b" providerId="LiveId" clId="{9D0604A3-4239-4E5B-A64C-C4C40C226134}" dt="2026-10-13T05:46:23.885" v="2222" actId="1582"/>
          <ac:spMkLst>
            <pc:docMk/>
            <pc:sldMk cId="4092412819" sldId="270"/>
            <ac:spMk id="12" creationId="{AA4AC11F-38C3-7C7B-AA41-435A7D84D6EE}"/>
          </ac:spMkLst>
        </pc:spChg>
        <pc:spChg chg="add mod">
          <ac:chgData name="june7rey@yahoo.com" userId="24b80ac2850c150b" providerId="LiveId" clId="{9D0604A3-4239-4E5B-A64C-C4C40C226134}" dt="2026-10-13T05:46:23.917" v="2236" actId="948"/>
          <ac:spMkLst>
            <pc:docMk/>
            <pc:sldMk cId="4092412819" sldId="270"/>
            <ac:spMk id="15" creationId="{E81CCED0-3962-4CBC-2DDC-048D6B24EA4E}"/>
          </ac:spMkLst>
        </pc:spChg>
        <pc:spChg chg="add mod">
          <ac:chgData name="june7rey@yahoo.com" userId="24b80ac2850c150b" providerId="LiveId" clId="{9D0604A3-4239-4E5B-A64C-C4C40C226134}" dt="2026-10-13T05:46:23.933" v="2248" actId="948"/>
          <ac:spMkLst>
            <pc:docMk/>
            <pc:sldMk cId="4092412819" sldId="270"/>
            <ac:spMk id="16" creationId="{84FCB2D2-AF94-50EF-02FB-4A72C11C8F2C}"/>
          </ac:spMkLst>
        </pc:spChg>
        <pc:spChg chg="add mod">
          <ac:chgData name="june7rey@yahoo.com" userId="24b80ac2850c150b" providerId="LiveId" clId="{9D0604A3-4239-4E5B-A64C-C4C40C226134}" dt="2026-10-13T05:46:23.933" v="2251"/>
          <ac:spMkLst>
            <pc:docMk/>
            <pc:sldMk cId="4092412819" sldId="270"/>
            <ac:spMk id="17" creationId="{40876EC8-ACC3-5C6E-40D7-E07B832CCE9B}"/>
          </ac:spMkLst>
        </pc:spChg>
        <pc:spChg chg="add mod">
          <ac:chgData name="june7rey@yahoo.com" userId="24b80ac2850c150b" providerId="LiveId" clId="{9D0604A3-4239-4E5B-A64C-C4C40C226134}" dt="2026-10-13T05:46:23.948" v="2263" actId="948"/>
          <ac:spMkLst>
            <pc:docMk/>
            <pc:sldMk cId="4092412819" sldId="270"/>
            <ac:spMk id="18" creationId="{6A0A72EC-DBAB-EC97-3C20-6A021CB4CCBA}"/>
          </ac:spMkLst>
        </pc:spChg>
        <pc:spChg chg="add mod">
          <ac:chgData name="june7rey@yahoo.com" userId="24b80ac2850c150b" providerId="LiveId" clId="{9D0604A3-4239-4E5B-A64C-C4C40C226134}" dt="2026-10-13T05:46:23.964" v="2275" actId="948"/>
          <ac:spMkLst>
            <pc:docMk/>
            <pc:sldMk cId="4092412819" sldId="270"/>
            <ac:spMk id="19" creationId="{95DFF1D5-2E5D-2DA3-F0AB-1B3B2180F57D}"/>
          </ac:spMkLst>
        </pc:spChg>
        <pc:picChg chg="add mod">
          <ac:chgData name="june7rey@yahoo.com" userId="24b80ac2850c150b" providerId="LiveId" clId="{9D0604A3-4239-4E5B-A64C-C4C40C226134}" dt="2026-10-13T05:46:23.838" v="2188"/>
          <ac:picMkLst>
            <pc:docMk/>
            <pc:sldMk cId="4092412819" sldId="270"/>
            <ac:picMk id="6" creationId="{76CA6699-87CD-F0C7-1C2F-217D5F1F1D72}"/>
          </ac:picMkLst>
        </pc:picChg>
        <pc:picChg chg="add mod">
          <ac:chgData name="june7rey@yahoo.com" userId="24b80ac2850c150b" providerId="LiveId" clId="{9D0604A3-4239-4E5B-A64C-C4C40C226134}" dt="2026-10-13T05:46:23.854" v="2194"/>
          <ac:picMkLst>
            <pc:docMk/>
            <pc:sldMk cId="4092412819" sldId="270"/>
            <ac:picMk id="9" creationId="{D586DEB6-D52C-ABC9-C241-6E31B380CA00}"/>
          </ac:picMkLst>
        </pc:picChg>
        <pc:picChg chg="add mod">
          <ac:chgData name="june7rey@yahoo.com" userId="24b80ac2850c150b" providerId="LiveId" clId="{9D0604A3-4239-4E5B-A64C-C4C40C226134}" dt="2026-10-13T05:46:23.885" v="2224"/>
          <ac:picMkLst>
            <pc:docMk/>
            <pc:sldMk cId="4092412819" sldId="270"/>
            <ac:picMk id="14" creationId="{DDD8DC61-6EB9-60C8-61DB-10A2756693EE}"/>
          </ac:picMkLst>
        </pc:picChg>
      </pc:sldChg>
      <pc:sldChg chg="addSp modSp add del mod setBg">
        <pc:chgData name="june7rey@yahoo.com" userId="24b80ac2850c150b" providerId="LiveId" clId="{9D0604A3-4239-4E5B-A64C-C4C40C226134}" dt="2026-10-13T05:46:23.214" v="1916" actId="2696"/>
        <pc:sldMkLst>
          <pc:docMk/>
          <pc:sldMk cId="4265847881" sldId="270"/>
        </pc:sldMkLst>
        <pc:spChg chg="add mod">
          <ac:chgData name="june7rey@yahoo.com" userId="24b80ac2850c150b" providerId="LiveId" clId="{9D0604A3-4239-4E5B-A64C-C4C40C226134}" dt="2026-10-13T05:31:46.913" v="1562"/>
          <ac:spMkLst>
            <pc:docMk/>
            <pc:sldMk cId="4265847881" sldId="270"/>
            <ac:spMk id="2" creationId="{7FE769FA-43E5-D1A8-2B15-A12FBD21410B}"/>
          </ac:spMkLst>
        </pc:spChg>
        <pc:spChg chg="add mod">
          <ac:chgData name="june7rey@yahoo.com" userId="24b80ac2850c150b" providerId="LiveId" clId="{9D0604A3-4239-4E5B-A64C-C4C40C226134}" dt="2026-10-13T05:31:46.930" v="1574" actId="948"/>
          <ac:spMkLst>
            <pc:docMk/>
            <pc:sldMk cId="4265847881" sldId="270"/>
            <ac:spMk id="3" creationId="{B1D24569-A2B0-00D7-E109-F1BF14026224}"/>
          </ac:spMkLst>
        </pc:spChg>
        <pc:spChg chg="add mod">
          <ac:chgData name="june7rey@yahoo.com" userId="24b80ac2850c150b" providerId="LiveId" clId="{9D0604A3-4239-4E5B-A64C-C4C40C226134}" dt="2026-10-13T05:31:46.946" v="1586" actId="948"/>
          <ac:spMkLst>
            <pc:docMk/>
            <pc:sldMk cId="4265847881" sldId="270"/>
            <ac:spMk id="4" creationId="{8710DE82-523E-361C-65CD-4E14FAB741B2}"/>
          </ac:spMkLst>
        </pc:spChg>
        <pc:spChg chg="add mod">
          <ac:chgData name="june7rey@yahoo.com" userId="24b80ac2850c150b" providerId="LiveId" clId="{9D0604A3-4239-4E5B-A64C-C4C40C226134}" dt="2026-10-13T05:31:46.962" v="1592" actId="1582"/>
          <ac:spMkLst>
            <pc:docMk/>
            <pc:sldMk cId="4265847881" sldId="270"/>
            <ac:spMk id="7" creationId="{78D31578-8FBA-3F9D-ACB5-31DA6D182C44}"/>
          </ac:spMkLst>
        </pc:spChg>
        <pc:spChg chg="add mod">
          <ac:chgData name="june7rey@yahoo.com" userId="24b80ac2850c150b" providerId="LiveId" clId="{9D0604A3-4239-4E5B-A64C-C4C40C226134}" dt="2026-10-13T05:31:46.979" v="1606" actId="948"/>
          <ac:spMkLst>
            <pc:docMk/>
            <pc:sldMk cId="4265847881" sldId="270"/>
            <ac:spMk id="10" creationId="{CEDB6D0D-D776-2CA3-B26A-784F3F70D056}"/>
          </ac:spMkLst>
        </pc:spChg>
        <pc:spChg chg="add mod">
          <ac:chgData name="june7rey@yahoo.com" userId="24b80ac2850c150b" providerId="LiveId" clId="{9D0604A3-4239-4E5B-A64C-C4C40C226134}" dt="2026-10-13T05:31:46.996" v="1618" actId="948"/>
          <ac:spMkLst>
            <pc:docMk/>
            <pc:sldMk cId="4265847881" sldId="270"/>
            <ac:spMk id="11" creationId="{7145A27C-67EC-875F-1AE6-4D21F0AFBF69}"/>
          </ac:spMkLst>
        </pc:spChg>
        <pc:spChg chg="add mod">
          <ac:chgData name="june7rey@yahoo.com" userId="24b80ac2850c150b" providerId="LiveId" clId="{9D0604A3-4239-4E5B-A64C-C4C40C226134}" dt="2026-10-13T05:31:47.005" v="1622" actId="1582"/>
          <ac:spMkLst>
            <pc:docMk/>
            <pc:sldMk cId="4265847881" sldId="270"/>
            <ac:spMk id="12" creationId="{890FAEB3-0A9D-057F-B11E-2914D1763970}"/>
          </ac:spMkLst>
        </pc:spChg>
        <pc:spChg chg="add mod">
          <ac:chgData name="june7rey@yahoo.com" userId="24b80ac2850c150b" providerId="LiveId" clId="{9D0604A3-4239-4E5B-A64C-C4C40C226134}" dt="2026-10-13T05:31:47.013" v="1636" actId="948"/>
          <ac:spMkLst>
            <pc:docMk/>
            <pc:sldMk cId="4265847881" sldId="270"/>
            <ac:spMk id="15" creationId="{6F1A8566-EDF5-B2BC-F498-7D80CEA10E81}"/>
          </ac:spMkLst>
        </pc:spChg>
        <pc:spChg chg="add mod">
          <ac:chgData name="june7rey@yahoo.com" userId="24b80ac2850c150b" providerId="LiveId" clId="{9D0604A3-4239-4E5B-A64C-C4C40C226134}" dt="2026-10-13T05:31:47.029" v="1648" actId="948"/>
          <ac:spMkLst>
            <pc:docMk/>
            <pc:sldMk cId="4265847881" sldId="270"/>
            <ac:spMk id="16" creationId="{C3F7DFAE-A763-1061-12EA-8DB0AA692036}"/>
          </ac:spMkLst>
        </pc:spChg>
        <pc:spChg chg="add mod">
          <ac:chgData name="june7rey@yahoo.com" userId="24b80ac2850c150b" providerId="LiveId" clId="{9D0604A3-4239-4E5B-A64C-C4C40C226134}" dt="2026-10-13T05:31:47.046" v="1651"/>
          <ac:spMkLst>
            <pc:docMk/>
            <pc:sldMk cId="4265847881" sldId="270"/>
            <ac:spMk id="17" creationId="{87FE017D-4156-7B05-B463-1CCF28FDF193}"/>
          </ac:spMkLst>
        </pc:spChg>
        <pc:spChg chg="add mod">
          <ac:chgData name="june7rey@yahoo.com" userId="24b80ac2850c150b" providerId="LiveId" clId="{9D0604A3-4239-4E5B-A64C-C4C40C226134}" dt="2026-10-13T05:31:47.062" v="1663" actId="948"/>
          <ac:spMkLst>
            <pc:docMk/>
            <pc:sldMk cId="4265847881" sldId="270"/>
            <ac:spMk id="18" creationId="{9910FEB7-D592-09A1-1C54-26E3EA8DA843}"/>
          </ac:spMkLst>
        </pc:spChg>
        <pc:spChg chg="add mod">
          <ac:chgData name="june7rey@yahoo.com" userId="24b80ac2850c150b" providerId="LiveId" clId="{9D0604A3-4239-4E5B-A64C-C4C40C226134}" dt="2026-10-13T05:31:47.079" v="1675" actId="948"/>
          <ac:spMkLst>
            <pc:docMk/>
            <pc:sldMk cId="4265847881" sldId="270"/>
            <ac:spMk id="19" creationId="{E6F94026-62E5-E34D-4C71-8DB0184124F6}"/>
          </ac:spMkLst>
        </pc:spChg>
        <pc:picChg chg="add mod">
          <ac:chgData name="june7rey@yahoo.com" userId="24b80ac2850c150b" providerId="LiveId" clId="{9D0604A3-4239-4E5B-A64C-C4C40C226134}" dt="2026-10-13T05:31:46.946" v="1588"/>
          <ac:picMkLst>
            <pc:docMk/>
            <pc:sldMk cId="4265847881" sldId="270"/>
            <ac:picMk id="6" creationId="{2C72449C-D191-5527-6032-1D0F5511517D}"/>
          </ac:picMkLst>
        </pc:picChg>
        <pc:picChg chg="add mod">
          <ac:chgData name="june7rey@yahoo.com" userId="24b80ac2850c150b" providerId="LiveId" clId="{9D0604A3-4239-4E5B-A64C-C4C40C226134}" dt="2026-10-13T05:31:46.963" v="1594"/>
          <ac:picMkLst>
            <pc:docMk/>
            <pc:sldMk cId="4265847881" sldId="270"/>
            <ac:picMk id="9" creationId="{0419FCF5-9F62-BE83-87EA-E93C4E44D9F4}"/>
          </ac:picMkLst>
        </pc:picChg>
        <pc:picChg chg="add mod">
          <ac:chgData name="june7rey@yahoo.com" userId="24b80ac2850c150b" providerId="LiveId" clId="{9D0604A3-4239-4E5B-A64C-C4C40C226134}" dt="2026-10-13T05:31:47.005" v="1624"/>
          <ac:picMkLst>
            <pc:docMk/>
            <pc:sldMk cId="4265847881" sldId="270"/>
            <ac:picMk id="14" creationId="{9ECC23D7-CBFB-5ACE-C109-3B983A711350}"/>
          </ac:picMkLst>
        </pc:picChg>
      </pc:sldChg>
      <pc:sldChg chg="addSp modSp add del mod setBg">
        <pc:chgData name="june7rey@yahoo.com" userId="24b80ac2850c150b" providerId="LiveId" clId="{9D0604A3-4239-4E5B-A64C-C4C40C226134}" dt="2026-10-13T05:46:23.214" v="1915" actId="2696"/>
        <pc:sldMkLst>
          <pc:docMk/>
          <pc:sldMk cId="1523683122" sldId="271"/>
        </pc:sldMkLst>
        <pc:spChg chg="add mod">
          <ac:chgData name="june7rey@yahoo.com" userId="24b80ac2850c150b" providerId="LiveId" clId="{9D0604A3-4239-4E5B-A64C-C4C40C226134}" dt="2026-10-13T05:31:47.079" v="1681"/>
          <ac:spMkLst>
            <pc:docMk/>
            <pc:sldMk cId="1523683122" sldId="271"/>
            <ac:spMk id="2" creationId="{4B55F260-9187-EE8F-EE0D-98E8845F9734}"/>
          </ac:spMkLst>
        </pc:spChg>
        <pc:spChg chg="add mod">
          <ac:chgData name="june7rey@yahoo.com" userId="24b80ac2850c150b" providerId="LiveId" clId="{9D0604A3-4239-4E5B-A64C-C4C40C226134}" dt="2026-10-13T05:31:47.105" v="1693" actId="948"/>
          <ac:spMkLst>
            <pc:docMk/>
            <pc:sldMk cId="1523683122" sldId="271"/>
            <ac:spMk id="3" creationId="{CF74454E-52B5-B10A-EFBE-B8341BC5EA73}"/>
          </ac:spMkLst>
        </pc:spChg>
        <pc:spChg chg="add mod">
          <ac:chgData name="june7rey@yahoo.com" userId="24b80ac2850c150b" providerId="LiveId" clId="{9D0604A3-4239-4E5B-A64C-C4C40C226134}" dt="2026-10-13T05:31:47.117" v="1705" actId="948"/>
          <ac:spMkLst>
            <pc:docMk/>
            <pc:sldMk cId="1523683122" sldId="271"/>
            <ac:spMk id="4" creationId="{9631EB2E-9B97-73C5-55E1-61D40DDACA81}"/>
          </ac:spMkLst>
        </pc:spChg>
        <pc:spChg chg="add mod">
          <ac:chgData name="june7rey@yahoo.com" userId="24b80ac2850c150b" providerId="LiveId" clId="{9D0604A3-4239-4E5B-A64C-C4C40C226134}" dt="2026-10-13T05:31:47.129" v="1711" actId="1582"/>
          <ac:spMkLst>
            <pc:docMk/>
            <pc:sldMk cId="1523683122" sldId="271"/>
            <ac:spMk id="7" creationId="{8A42668B-9A35-29E6-8686-7DA9C1122E3A}"/>
          </ac:spMkLst>
        </pc:spChg>
        <pc:spChg chg="add mod">
          <ac:chgData name="june7rey@yahoo.com" userId="24b80ac2850c150b" providerId="LiveId" clId="{9D0604A3-4239-4E5B-A64C-C4C40C226134}" dt="2026-10-13T05:31:47.146" v="1725" actId="948"/>
          <ac:spMkLst>
            <pc:docMk/>
            <pc:sldMk cId="1523683122" sldId="271"/>
            <ac:spMk id="10" creationId="{17439CD8-986B-5669-CE42-06964B817ACD}"/>
          </ac:spMkLst>
        </pc:spChg>
        <pc:spChg chg="add mod">
          <ac:chgData name="june7rey@yahoo.com" userId="24b80ac2850c150b" providerId="LiveId" clId="{9D0604A3-4239-4E5B-A64C-C4C40C226134}" dt="2026-10-13T05:31:47.162" v="1737" actId="948"/>
          <ac:spMkLst>
            <pc:docMk/>
            <pc:sldMk cId="1523683122" sldId="271"/>
            <ac:spMk id="11" creationId="{68396B07-A2E1-E605-9AB0-793BFA3A2E62}"/>
          </ac:spMkLst>
        </pc:spChg>
        <pc:spChg chg="add mod">
          <ac:chgData name="june7rey@yahoo.com" userId="24b80ac2850c150b" providerId="LiveId" clId="{9D0604A3-4239-4E5B-A64C-C4C40C226134}" dt="2026-10-13T05:31:47.178" v="1741" actId="1582"/>
          <ac:spMkLst>
            <pc:docMk/>
            <pc:sldMk cId="1523683122" sldId="271"/>
            <ac:spMk id="12" creationId="{9BAA04D5-04EF-E1C9-E0BD-A8E6BA823AC6}"/>
          </ac:spMkLst>
        </pc:spChg>
        <pc:spChg chg="add mod">
          <ac:chgData name="june7rey@yahoo.com" userId="24b80ac2850c150b" providerId="LiveId" clId="{9D0604A3-4239-4E5B-A64C-C4C40C226134}" dt="2026-10-13T05:31:47.196" v="1755" actId="948"/>
          <ac:spMkLst>
            <pc:docMk/>
            <pc:sldMk cId="1523683122" sldId="271"/>
            <ac:spMk id="15" creationId="{17782B22-2E42-F470-3889-F56B3B9699B2}"/>
          </ac:spMkLst>
        </pc:spChg>
        <pc:spChg chg="add mod">
          <ac:chgData name="june7rey@yahoo.com" userId="24b80ac2850c150b" providerId="LiveId" clId="{9D0604A3-4239-4E5B-A64C-C4C40C226134}" dt="2026-10-13T05:31:47.212" v="1767" actId="948"/>
          <ac:spMkLst>
            <pc:docMk/>
            <pc:sldMk cId="1523683122" sldId="271"/>
            <ac:spMk id="16" creationId="{24C69ACE-33AE-F4DA-4C5E-F999E2C3CC98}"/>
          </ac:spMkLst>
        </pc:spChg>
        <pc:spChg chg="add mod">
          <ac:chgData name="june7rey@yahoo.com" userId="24b80ac2850c150b" providerId="LiveId" clId="{9D0604A3-4239-4E5B-A64C-C4C40C226134}" dt="2026-10-13T05:31:47.212" v="1770"/>
          <ac:spMkLst>
            <pc:docMk/>
            <pc:sldMk cId="1523683122" sldId="271"/>
            <ac:spMk id="17" creationId="{99AAE6E8-11C2-11FA-5785-E6B20B112A4A}"/>
          </ac:spMkLst>
        </pc:spChg>
        <pc:spChg chg="add mod">
          <ac:chgData name="june7rey@yahoo.com" userId="24b80ac2850c150b" providerId="LiveId" clId="{9D0604A3-4239-4E5B-A64C-C4C40C226134}" dt="2026-10-13T05:31:47.229" v="1782" actId="948"/>
          <ac:spMkLst>
            <pc:docMk/>
            <pc:sldMk cId="1523683122" sldId="271"/>
            <ac:spMk id="18" creationId="{B37D972A-A06F-6847-6BC7-8E27BC74DF3B}"/>
          </ac:spMkLst>
        </pc:spChg>
        <pc:spChg chg="add mod">
          <ac:chgData name="june7rey@yahoo.com" userId="24b80ac2850c150b" providerId="LiveId" clId="{9D0604A3-4239-4E5B-A64C-C4C40C226134}" dt="2026-10-13T05:31:47.246" v="1794" actId="948"/>
          <ac:spMkLst>
            <pc:docMk/>
            <pc:sldMk cId="1523683122" sldId="271"/>
            <ac:spMk id="19" creationId="{E391F81C-5FDE-225F-07BA-A7EFDDA3E48B}"/>
          </ac:spMkLst>
        </pc:spChg>
        <pc:picChg chg="add mod">
          <ac:chgData name="june7rey@yahoo.com" userId="24b80ac2850c150b" providerId="LiveId" clId="{9D0604A3-4239-4E5B-A64C-C4C40C226134}" dt="2026-10-13T05:31:47.129" v="1707"/>
          <ac:picMkLst>
            <pc:docMk/>
            <pc:sldMk cId="1523683122" sldId="271"/>
            <ac:picMk id="6" creationId="{9A83EBBD-7276-7AED-4A31-8D9A921A2CA2}"/>
          </ac:picMkLst>
        </pc:picChg>
        <pc:picChg chg="add mod">
          <ac:chgData name="june7rey@yahoo.com" userId="24b80ac2850c150b" providerId="LiveId" clId="{9D0604A3-4239-4E5B-A64C-C4C40C226134}" dt="2026-10-13T05:31:47.129" v="1713"/>
          <ac:picMkLst>
            <pc:docMk/>
            <pc:sldMk cId="1523683122" sldId="271"/>
            <ac:picMk id="9" creationId="{BCD4977A-37F0-CC62-95A9-E233603E6522}"/>
          </ac:picMkLst>
        </pc:picChg>
        <pc:picChg chg="add mod">
          <ac:chgData name="june7rey@yahoo.com" userId="24b80ac2850c150b" providerId="LiveId" clId="{9D0604A3-4239-4E5B-A64C-C4C40C226134}" dt="2026-10-13T05:31:47.179" v="1743"/>
          <ac:picMkLst>
            <pc:docMk/>
            <pc:sldMk cId="1523683122" sldId="271"/>
            <ac:picMk id="14" creationId="{2451F0D8-6A5A-2306-E3E8-FDAEE132F031}"/>
          </ac:picMkLst>
        </pc:picChg>
      </pc:sldChg>
      <pc:sldChg chg="addSp modSp add del mod setBg">
        <pc:chgData name="june7rey@yahoo.com" userId="24b80ac2850c150b" providerId="LiveId" clId="{9D0604A3-4239-4E5B-A64C-C4C40C226134}" dt="2026-10-13T05:31:18.962" v="715" actId="2696"/>
        <pc:sldMkLst>
          <pc:docMk/>
          <pc:sldMk cId="1950117931" sldId="271"/>
        </pc:sldMkLst>
        <pc:spChg chg="add mod">
          <ac:chgData name="june7rey@yahoo.com" userId="24b80ac2850c150b" providerId="LiveId" clId="{9D0604A3-4239-4E5B-A64C-C4C40C226134}" dt="2026-10-13T05:30:30.746" v="481"/>
          <ac:spMkLst>
            <pc:docMk/>
            <pc:sldMk cId="1950117931" sldId="271"/>
            <ac:spMk id="2" creationId="{E2D16C80-40B8-D670-B617-B45A04253F5C}"/>
          </ac:spMkLst>
        </pc:spChg>
        <pc:spChg chg="add mod">
          <ac:chgData name="june7rey@yahoo.com" userId="24b80ac2850c150b" providerId="LiveId" clId="{9D0604A3-4239-4E5B-A64C-C4C40C226134}" dt="2026-10-13T05:30:30.762" v="493" actId="948"/>
          <ac:spMkLst>
            <pc:docMk/>
            <pc:sldMk cId="1950117931" sldId="271"/>
            <ac:spMk id="3" creationId="{10E4EE46-DA98-9411-151A-24F893C1BD75}"/>
          </ac:spMkLst>
        </pc:spChg>
        <pc:spChg chg="add mod">
          <ac:chgData name="june7rey@yahoo.com" userId="24b80ac2850c150b" providerId="LiveId" clId="{9D0604A3-4239-4E5B-A64C-C4C40C226134}" dt="2026-10-13T05:30:30.779" v="505" actId="948"/>
          <ac:spMkLst>
            <pc:docMk/>
            <pc:sldMk cId="1950117931" sldId="271"/>
            <ac:spMk id="4" creationId="{5531E862-5CC1-73FB-C3C5-2F60E4679C8B}"/>
          </ac:spMkLst>
        </pc:spChg>
        <pc:spChg chg="add mod">
          <ac:chgData name="june7rey@yahoo.com" userId="24b80ac2850c150b" providerId="LiveId" clId="{9D0604A3-4239-4E5B-A64C-C4C40C226134}" dt="2026-10-13T05:30:30.779" v="511" actId="1582"/>
          <ac:spMkLst>
            <pc:docMk/>
            <pc:sldMk cId="1950117931" sldId="271"/>
            <ac:spMk id="7" creationId="{3E03D65D-5392-62F9-D80B-1FD534ACD203}"/>
          </ac:spMkLst>
        </pc:spChg>
        <pc:spChg chg="add mod">
          <ac:chgData name="june7rey@yahoo.com" userId="24b80ac2850c150b" providerId="LiveId" clId="{9D0604A3-4239-4E5B-A64C-C4C40C226134}" dt="2026-10-13T05:30:30.795" v="525" actId="948"/>
          <ac:spMkLst>
            <pc:docMk/>
            <pc:sldMk cId="1950117931" sldId="271"/>
            <ac:spMk id="10" creationId="{DFE7EB03-D886-E207-DC20-5B4600E93327}"/>
          </ac:spMkLst>
        </pc:spChg>
        <pc:spChg chg="add mod">
          <ac:chgData name="june7rey@yahoo.com" userId="24b80ac2850c150b" providerId="LiveId" clId="{9D0604A3-4239-4E5B-A64C-C4C40C226134}" dt="2026-10-13T05:30:30.812" v="537" actId="948"/>
          <ac:spMkLst>
            <pc:docMk/>
            <pc:sldMk cId="1950117931" sldId="271"/>
            <ac:spMk id="11" creationId="{BD6EFF4A-C4E0-8021-DB16-49B386A78814}"/>
          </ac:spMkLst>
        </pc:spChg>
        <pc:spChg chg="add mod">
          <ac:chgData name="june7rey@yahoo.com" userId="24b80ac2850c150b" providerId="LiveId" clId="{9D0604A3-4239-4E5B-A64C-C4C40C226134}" dt="2026-10-13T05:30:30.829" v="541" actId="1582"/>
          <ac:spMkLst>
            <pc:docMk/>
            <pc:sldMk cId="1950117931" sldId="271"/>
            <ac:spMk id="12" creationId="{9394CDCC-EA5D-1665-B11F-C4680B5C241C}"/>
          </ac:spMkLst>
        </pc:spChg>
        <pc:spChg chg="add mod">
          <ac:chgData name="june7rey@yahoo.com" userId="24b80ac2850c150b" providerId="LiveId" clId="{9D0604A3-4239-4E5B-A64C-C4C40C226134}" dt="2026-10-13T05:30:30.846" v="555" actId="948"/>
          <ac:spMkLst>
            <pc:docMk/>
            <pc:sldMk cId="1950117931" sldId="271"/>
            <ac:spMk id="15" creationId="{41C355D7-91DB-E416-97C3-12C4DA3930E4}"/>
          </ac:spMkLst>
        </pc:spChg>
        <pc:spChg chg="add mod">
          <ac:chgData name="june7rey@yahoo.com" userId="24b80ac2850c150b" providerId="LiveId" clId="{9D0604A3-4239-4E5B-A64C-C4C40C226134}" dt="2026-10-13T05:30:30.869" v="567" actId="948"/>
          <ac:spMkLst>
            <pc:docMk/>
            <pc:sldMk cId="1950117931" sldId="271"/>
            <ac:spMk id="16" creationId="{64169E4E-A5FC-93DE-7472-F4254EC76B33}"/>
          </ac:spMkLst>
        </pc:spChg>
        <pc:spChg chg="add mod">
          <ac:chgData name="june7rey@yahoo.com" userId="24b80ac2850c150b" providerId="LiveId" clId="{9D0604A3-4239-4E5B-A64C-C4C40C226134}" dt="2026-10-13T05:30:30.872" v="570"/>
          <ac:spMkLst>
            <pc:docMk/>
            <pc:sldMk cId="1950117931" sldId="271"/>
            <ac:spMk id="17" creationId="{A333069C-CE15-76F2-96B3-323F3A8D8FF6}"/>
          </ac:spMkLst>
        </pc:spChg>
        <pc:spChg chg="add mod">
          <ac:chgData name="june7rey@yahoo.com" userId="24b80ac2850c150b" providerId="LiveId" clId="{9D0604A3-4239-4E5B-A64C-C4C40C226134}" dt="2026-10-13T05:30:30.879" v="582" actId="948"/>
          <ac:spMkLst>
            <pc:docMk/>
            <pc:sldMk cId="1950117931" sldId="271"/>
            <ac:spMk id="18" creationId="{6B46B39E-0534-87BA-5715-825F05BBC7E1}"/>
          </ac:spMkLst>
        </pc:spChg>
        <pc:spChg chg="add mod">
          <ac:chgData name="june7rey@yahoo.com" userId="24b80ac2850c150b" providerId="LiveId" clId="{9D0604A3-4239-4E5B-A64C-C4C40C226134}" dt="2026-10-13T05:30:30.896" v="594" actId="948"/>
          <ac:spMkLst>
            <pc:docMk/>
            <pc:sldMk cId="1950117931" sldId="271"/>
            <ac:spMk id="19" creationId="{98A09E67-25F9-7C77-07E8-CCA97AEF5E00}"/>
          </ac:spMkLst>
        </pc:spChg>
        <pc:picChg chg="add mod">
          <ac:chgData name="june7rey@yahoo.com" userId="24b80ac2850c150b" providerId="LiveId" clId="{9D0604A3-4239-4E5B-A64C-C4C40C226134}" dt="2026-10-13T05:30:30.779" v="507"/>
          <ac:picMkLst>
            <pc:docMk/>
            <pc:sldMk cId="1950117931" sldId="271"/>
            <ac:picMk id="6" creationId="{DB013CC3-5300-04A3-FDAE-FEFE1163ABF7}"/>
          </ac:picMkLst>
        </pc:picChg>
        <pc:picChg chg="add mod">
          <ac:chgData name="june7rey@yahoo.com" userId="24b80ac2850c150b" providerId="LiveId" clId="{9D0604A3-4239-4E5B-A64C-C4C40C226134}" dt="2026-10-13T05:30:30.779" v="513"/>
          <ac:picMkLst>
            <pc:docMk/>
            <pc:sldMk cId="1950117931" sldId="271"/>
            <ac:picMk id="9" creationId="{157E08AB-8CF7-EA31-F539-937A792E461E}"/>
          </ac:picMkLst>
        </pc:picChg>
        <pc:picChg chg="add mod">
          <ac:chgData name="june7rey@yahoo.com" userId="24b80ac2850c150b" providerId="LiveId" clId="{9D0604A3-4239-4E5B-A64C-C4C40C226134}" dt="2026-10-13T05:30:30.829" v="543"/>
          <ac:picMkLst>
            <pc:docMk/>
            <pc:sldMk cId="1950117931" sldId="271"/>
            <ac:picMk id="14" creationId="{069F4B99-8EB7-1082-CE0A-FBD7FFB947BD}"/>
          </ac:picMkLst>
        </pc:picChg>
      </pc:sldChg>
      <pc:sldChg chg="addSp modSp add del mod setBg">
        <pc:chgData name="june7rey@yahoo.com" userId="24b80ac2850c150b" providerId="LiveId" clId="{9D0604A3-4239-4E5B-A64C-C4C40C226134}" dt="2026-10-13T05:31:46.328" v="1315" actId="2696"/>
        <pc:sldMkLst>
          <pc:docMk/>
          <pc:sldMk cId="4058646740" sldId="271"/>
        </pc:sldMkLst>
        <pc:spChg chg="add mod">
          <ac:chgData name="june7rey@yahoo.com" userId="24b80ac2850c150b" providerId="LiveId" clId="{9D0604A3-4239-4E5B-A64C-C4C40C226134}" dt="2026-10-13T05:31:19.662" v="1081"/>
          <ac:spMkLst>
            <pc:docMk/>
            <pc:sldMk cId="4058646740" sldId="271"/>
            <ac:spMk id="2" creationId="{BBBDF398-8302-6EE5-108F-829F2888B44B}"/>
          </ac:spMkLst>
        </pc:spChg>
        <pc:spChg chg="add mod">
          <ac:chgData name="june7rey@yahoo.com" userId="24b80ac2850c150b" providerId="LiveId" clId="{9D0604A3-4239-4E5B-A64C-C4C40C226134}" dt="2026-10-13T05:31:19.678" v="1093" actId="948"/>
          <ac:spMkLst>
            <pc:docMk/>
            <pc:sldMk cId="4058646740" sldId="271"/>
            <ac:spMk id="3" creationId="{8BC3FF8E-A838-418E-28A6-B71E54615720}"/>
          </ac:spMkLst>
        </pc:spChg>
        <pc:spChg chg="add mod">
          <ac:chgData name="june7rey@yahoo.com" userId="24b80ac2850c150b" providerId="LiveId" clId="{9D0604A3-4239-4E5B-A64C-C4C40C226134}" dt="2026-10-13T05:31:19.698" v="1105" actId="948"/>
          <ac:spMkLst>
            <pc:docMk/>
            <pc:sldMk cId="4058646740" sldId="271"/>
            <ac:spMk id="4" creationId="{01E5451E-A9D0-47EE-F87D-99722728F14E}"/>
          </ac:spMkLst>
        </pc:spChg>
        <pc:spChg chg="add mod">
          <ac:chgData name="june7rey@yahoo.com" userId="24b80ac2850c150b" providerId="LiveId" clId="{9D0604A3-4239-4E5B-A64C-C4C40C226134}" dt="2026-10-13T05:31:19.698" v="1111" actId="1582"/>
          <ac:spMkLst>
            <pc:docMk/>
            <pc:sldMk cId="4058646740" sldId="271"/>
            <ac:spMk id="7" creationId="{001D0AEB-430C-4E90-8A23-DD7A8B32B294}"/>
          </ac:spMkLst>
        </pc:spChg>
        <pc:spChg chg="add mod">
          <ac:chgData name="june7rey@yahoo.com" userId="24b80ac2850c150b" providerId="LiveId" clId="{9D0604A3-4239-4E5B-A64C-C4C40C226134}" dt="2026-10-13T05:31:19.712" v="1125" actId="948"/>
          <ac:spMkLst>
            <pc:docMk/>
            <pc:sldMk cId="4058646740" sldId="271"/>
            <ac:spMk id="10" creationId="{43A5D768-5C4B-7F4B-D279-A951E7C4ED48}"/>
          </ac:spMkLst>
        </pc:spChg>
        <pc:spChg chg="add mod">
          <ac:chgData name="june7rey@yahoo.com" userId="24b80ac2850c150b" providerId="LiveId" clId="{9D0604A3-4239-4E5B-A64C-C4C40C226134}" dt="2026-10-13T05:31:19.728" v="1137" actId="948"/>
          <ac:spMkLst>
            <pc:docMk/>
            <pc:sldMk cId="4058646740" sldId="271"/>
            <ac:spMk id="11" creationId="{B8427DB4-B03A-811F-0CE0-77D0AC612E9F}"/>
          </ac:spMkLst>
        </pc:spChg>
        <pc:spChg chg="add mod">
          <ac:chgData name="june7rey@yahoo.com" userId="24b80ac2850c150b" providerId="LiveId" clId="{9D0604A3-4239-4E5B-A64C-C4C40C226134}" dt="2026-10-13T05:31:19.728" v="1141" actId="1582"/>
          <ac:spMkLst>
            <pc:docMk/>
            <pc:sldMk cId="4058646740" sldId="271"/>
            <ac:spMk id="12" creationId="{0AEE54E7-532D-D693-FBA0-82C9C0A6754A}"/>
          </ac:spMkLst>
        </pc:spChg>
        <pc:spChg chg="add mod">
          <ac:chgData name="june7rey@yahoo.com" userId="24b80ac2850c150b" providerId="LiveId" clId="{9D0604A3-4239-4E5B-A64C-C4C40C226134}" dt="2026-10-13T05:31:19.760" v="1155" actId="948"/>
          <ac:spMkLst>
            <pc:docMk/>
            <pc:sldMk cId="4058646740" sldId="271"/>
            <ac:spMk id="15" creationId="{A9CD8D6A-7AC0-9800-0263-B0D39B723380}"/>
          </ac:spMkLst>
        </pc:spChg>
        <pc:spChg chg="add mod">
          <ac:chgData name="june7rey@yahoo.com" userId="24b80ac2850c150b" providerId="LiveId" clId="{9D0604A3-4239-4E5B-A64C-C4C40C226134}" dt="2026-10-13T05:31:19.762" v="1167" actId="948"/>
          <ac:spMkLst>
            <pc:docMk/>
            <pc:sldMk cId="4058646740" sldId="271"/>
            <ac:spMk id="16" creationId="{A318DC9D-129C-0379-20AF-A2219C1AD9C5}"/>
          </ac:spMkLst>
        </pc:spChg>
        <pc:spChg chg="add mod">
          <ac:chgData name="june7rey@yahoo.com" userId="24b80ac2850c150b" providerId="LiveId" clId="{9D0604A3-4239-4E5B-A64C-C4C40C226134}" dt="2026-10-13T05:31:19.778" v="1170"/>
          <ac:spMkLst>
            <pc:docMk/>
            <pc:sldMk cId="4058646740" sldId="271"/>
            <ac:spMk id="17" creationId="{4014480B-BA90-2F46-9343-96EBC3572CAA}"/>
          </ac:spMkLst>
        </pc:spChg>
        <pc:spChg chg="add mod">
          <ac:chgData name="june7rey@yahoo.com" userId="24b80ac2850c150b" providerId="LiveId" clId="{9D0604A3-4239-4E5B-A64C-C4C40C226134}" dt="2026-10-13T05:31:19.795" v="1182" actId="948"/>
          <ac:spMkLst>
            <pc:docMk/>
            <pc:sldMk cId="4058646740" sldId="271"/>
            <ac:spMk id="18" creationId="{878CF0C0-B008-B1E9-2818-BC7C61B58A7C}"/>
          </ac:spMkLst>
        </pc:spChg>
        <pc:spChg chg="add mod">
          <ac:chgData name="june7rey@yahoo.com" userId="24b80ac2850c150b" providerId="LiveId" clId="{9D0604A3-4239-4E5B-A64C-C4C40C226134}" dt="2026-10-13T05:31:19.795" v="1194" actId="948"/>
          <ac:spMkLst>
            <pc:docMk/>
            <pc:sldMk cId="4058646740" sldId="271"/>
            <ac:spMk id="19" creationId="{96493A18-46BD-AC82-A6B9-527601A82361}"/>
          </ac:spMkLst>
        </pc:spChg>
        <pc:picChg chg="add mod">
          <ac:chgData name="june7rey@yahoo.com" userId="24b80ac2850c150b" providerId="LiveId" clId="{9D0604A3-4239-4E5B-A64C-C4C40C226134}" dt="2026-10-13T05:31:19.698" v="1107"/>
          <ac:picMkLst>
            <pc:docMk/>
            <pc:sldMk cId="4058646740" sldId="271"/>
            <ac:picMk id="6" creationId="{118D2EDB-2F36-0B9A-C07F-10F225D07EF8}"/>
          </ac:picMkLst>
        </pc:picChg>
        <pc:picChg chg="add mod">
          <ac:chgData name="june7rey@yahoo.com" userId="24b80ac2850c150b" providerId="LiveId" clId="{9D0604A3-4239-4E5B-A64C-C4C40C226134}" dt="2026-10-13T05:31:19.698" v="1113"/>
          <ac:picMkLst>
            <pc:docMk/>
            <pc:sldMk cId="4058646740" sldId="271"/>
            <ac:picMk id="9" creationId="{89FA1B41-0082-AA65-C387-B24D38A102E7}"/>
          </ac:picMkLst>
        </pc:picChg>
        <pc:picChg chg="add mod">
          <ac:chgData name="june7rey@yahoo.com" userId="24b80ac2850c150b" providerId="LiveId" clId="{9D0604A3-4239-4E5B-A64C-C4C40C226134}" dt="2026-10-13T05:31:19.745" v="1143"/>
          <ac:picMkLst>
            <pc:docMk/>
            <pc:sldMk cId="4058646740" sldId="271"/>
            <ac:picMk id="14" creationId="{0CFE2348-4F4C-CED6-C104-92048839D55F}"/>
          </ac:picMkLst>
        </pc:picChg>
      </pc:sldChg>
      <pc:sldChg chg="addSp modSp add mod setBg modNotes">
        <pc:chgData name="june7rey@yahoo.com" userId="24b80ac2850c150b" providerId="LiveId" clId="{9D0604A3-4239-4E5B-A64C-C4C40C226134}" dt="2026-10-13T06:05:03.209" v="3269" actId="20577"/>
        <pc:sldMkLst>
          <pc:docMk/>
          <pc:sldMk cId="4219811919" sldId="271"/>
        </pc:sldMkLst>
        <pc:spChg chg="add mod">
          <ac:chgData name="june7rey@yahoo.com" userId="24b80ac2850c150b" providerId="LiveId" clId="{9D0604A3-4239-4E5B-A64C-C4C40C226134}" dt="2026-10-13T05:46:23.964" v="2281"/>
          <ac:spMkLst>
            <pc:docMk/>
            <pc:sldMk cId="4219811919" sldId="271"/>
            <ac:spMk id="2" creationId="{23475944-74C7-8505-AA9B-B1396D094F58}"/>
          </ac:spMkLst>
        </pc:spChg>
        <pc:spChg chg="add mod">
          <ac:chgData name="june7rey@yahoo.com" userId="24b80ac2850c150b" providerId="LiveId" clId="{9D0604A3-4239-4E5B-A64C-C4C40C226134}" dt="2026-10-13T05:46:23.979" v="2293" actId="948"/>
          <ac:spMkLst>
            <pc:docMk/>
            <pc:sldMk cId="4219811919" sldId="271"/>
            <ac:spMk id="3" creationId="{54ECFAB4-A935-2D3A-B84B-21EC2C4324C3}"/>
          </ac:spMkLst>
        </pc:spChg>
        <pc:spChg chg="add mod">
          <ac:chgData name="june7rey@yahoo.com" userId="24b80ac2850c150b" providerId="LiveId" clId="{9D0604A3-4239-4E5B-A64C-C4C40C226134}" dt="2026-10-13T05:46:24.002" v="2305" actId="948"/>
          <ac:spMkLst>
            <pc:docMk/>
            <pc:sldMk cId="4219811919" sldId="271"/>
            <ac:spMk id="4" creationId="{B9633BD6-5FD3-353C-25D7-1B6276673BDF}"/>
          </ac:spMkLst>
        </pc:spChg>
        <pc:spChg chg="add mod">
          <ac:chgData name="june7rey@yahoo.com" userId="24b80ac2850c150b" providerId="LiveId" clId="{9D0604A3-4239-4E5B-A64C-C4C40C226134}" dt="2026-10-13T05:46:24.017" v="2311" actId="1582"/>
          <ac:spMkLst>
            <pc:docMk/>
            <pc:sldMk cId="4219811919" sldId="271"/>
            <ac:spMk id="7" creationId="{3133172A-784E-A1D0-9D2A-E39B51A2BDB5}"/>
          </ac:spMkLst>
        </pc:spChg>
        <pc:spChg chg="add mod">
          <ac:chgData name="june7rey@yahoo.com" userId="24b80ac2850c150b" providerId="LiveId" clId="{9D0604A3-4239-4E5B-A64C-C4C40C226134}" dt="2026-10-13T05:46:24.027" v="2325" actId="948"/>
          <ac:spMkLst>
            <pc:docMk/>
            <pc:sldMk cId="4219811919" sldId="271"/>
            <ac:spMk id="10" creationId="{4177CD7F-7C45-283B-DD2C-8B0C6B3F8152}"/>
          </ac:spMkLst>
        </pc:spChg>
        <pc:spChg chg="add mod">
          <ac:chgData name="june7rey@yahoo.com" userId="24b80ac2850c150b" providerId="LiveId" clId="{9D0604A3-4239-4E5B-A64C-C4C40C226134}" dt="2026-10-13T05:46:24.058" v="2337" actId="948"/>
          <ac:spMkLst>
            <pc:docMk/>
            <pc:sldMk cId="4219811919" sldId="271"/>
            <ac:spMk id="11" creationId="{3A1EFCCB-AABE-9453-DD29-B83E3C8E159B}"/>
          </ac:spMkLst>
        </pc:spChg>
        <pc:spChg chg="add mod">
          <ac:chgData name="june7rey@yahoo.com" userId="24b80ac2850c150b" providerId="LiveId" clId="{9D0604A3-4239-4E5B-A64C-C4C40C226134}" dt="2026-10-13T05:46:24.058" v="2341" actId="1582"/>
          <ac:spMkLst>
            <pc:docMk/>
            <pc:sldMk cId="4219811919" sldId="271"/>
            <ac:spMk id="12" creationId="{00D9581D-13A5-D32B-E179-8D5EB7FB943C}"/>
          </ac:spMkLst>
        </pc:spChg>
        <pc:spChg chg="add mod">
          <ac:chgData name="june7rey@yahoo.com" userId="24b80ac2850c150b" providerId="LiveId" clId="{9D0604A3-4239-4E5B-A64C-C4C40C226134}" dt="2026-10-13T05:46:24.085" v="2355" actId="948"/>
          <ac:spMkLst>
            <pc:docMk/>
            <pc:sldMk cId="4219811919" sldId="271"/>
            <ac:spMk id="15" creationId="{33E61C91-626D-4157-A6EB-9E9FDFF3EF8A}"/>
          </ac:spMkLst>
        </pc:spChg>
        <pc:spChg chg="add mod">
          <ac:chgData name="june7rey@yahoo.com" userId="24b80ac2850c150b" providerId="LiveId" clId="{9D0604A3-4239-4E5B-A64C-C4C40C226134}" dt="2026-10-13T05:46:24.089" v="2367" actId="948"/>
          <ac:spMkLst>
            <pc:docMk/>
            <pc:sldMk cId="4219811919" sldId="271"/>
            <ac:spMk id="16" creationId="{D152881D-B53D-C05A-95E2-0AB7C9B3448C}"/>
          </ac:spMkLst>
        </pc:spChg>
        <pc:spChg chg="add mod">
          <ac:chgData name="june7rey@yahoo.com" userId="24b80ac2850c150b" providerId="LiveId" clId="{9D0604A3-4239-4E5B-A64C-C4C40C226134}" dt="2026-10-13T05:46:24.089" v="2370"/>
          <ac:spMkLst>
            <pc:docMk/>
            <pc:sldMk cId="4219811919" sldId="271"/>
            <ac:spMk id="17" creationId="{ECBE6426-0F35-7D75-FB7F-2B63B7BF430B}"/>
          </ac:spMkLst>
        </pc:spChg>
        <pc:spChg chg="add mod">
          <ac:chgData name="june7rey@yahoo.com" userId="24b80ac2850c150b" providerId="LiveId" clId="{9D0604A3-4239-4E5B-A64C-C4C40C226134}" dt="2026-10-13T05:46:24.105" v="2382" actId="948"/>
          <ac:spMkLst>
            <pc:docMk/>
            <pc:sldMk cId="4219811919" sldId="271"/>
            <ac:spMk id="18" creationId="{6393E9DC-45DA-70F0-77E5-24BF790BE1BF}"/>
          </ac:spMkLst>
        </pc:spChg>
        <pc:spChg chg="add mod">
          <ac:chgData name="june7rey@yahoo.com" userId="24b80ac2850c150b" providerId="LiveId" clId="{9D0604A3-4239-4E5B-A64C-C4C40C226134}" dt="2026-10-13T05:46:24.121" v="2394" actId="948"/>
          <ac:spMkLst>
            <pc:docMk/>
            <pc:sldMk cId="4219811919" sldId="271"/>
            <ac:spMk id="19" creationId="{37AEFEA0-A8B6-9F48-B3E4-4606E5652F60}"/>
          </ac:spMkLst>
        </pc:spChg>
        <pc:picChg chg="add mod">
          <ac:chgData name="june7rey@yahoo.com" userId="24b80ac2850c150b" providerId="LiveId" clId="{9D0604A3-4239-4E5B-A64C-C4C40C226134}" dt="2026-10-13T05:46:24.011" v="2307"/>
          <ac:picMkLst>
            <pc:docMk/>
            <pc:sldMk cId="4219811919" sldId="271"/>
            <ac:picMk id="6" creationId="{E542FCE8-FE3A-E9F2-6CF1-01C2A7334B0E}"/>
          </ac:picMkLst>
        </pc:picChg>
        <pc:picChg chg="add mod">
          <ac:chgData name="june7rey@yahoo.com" userId="24b80ac2850c150b" providerId="LiveId" clId="{9D0604A3-4239-4E5B-A64C-C4C40C226134}" dt="2026-10-13T05:46:24.017" v="2313"/>
          <ac:picMkLst>
            <pc:docMk/>
            <pc:sldMk cId="4219811919" sldId="271"/>
            <ac:picMk id="9" creationId="{B6FCEB2A-76BE-8245-CA87-6D2EC7A7752D}"/>
          </ac:picMkLst>
        </pc:picChg>
        <pc:picChg chg="add mod">
          <ac:chgData name="june7rey@yahoo.com" userId="24b80ac2850c150b" providerId="LiveId" clId="{9D0604A3-4239-4E5B-A64C-C4C40C226134}" dt="2026-10-13T05:46:24.058" v="2343"/>
          <ac:picMkLst>
            <pc:docMk/>
            <pc:sldMk cId="4219811919" sldId="271"/>
            <ac:picMk id="14" creationId="{73517E00-AA9F-AC94-F170-7A56F9EF7E51}"/>
          </ac:picMkLst>
        </pc:picChg>
      </pc:sldChg>
      <pc:sldChg chg="addSp modSp add del mod setBg">
        <pc:chgData name="june7rey@yahoo.com" userId="24b80ac2850c150b" providerId="LiveId" clId="{9D0604A3-4239-4E5B-A64C-C4C40C226134}" dt="2026-10-13T05:31:18.962" v="714" actId="2696"/>
        <pc:sldMkLst>
          <pc:docMk/>
          <pc:sldMk cId="734175279" sldId="272"/>
        </pc:sldMkLst>
        <pc:spChg chg="add mod">
          <ac:chgData name="june7rey@yahoo.com" userId="24b80ac2850c150b" providerId="LiveId" clId="{9D0604A3-4239-4E5B-A64C-C4C40C226134}" dt="2026-10-13T05:30:30.912" v="600"/>
          <ac:spMkLst>
            <pc:docMk/>
            <pc:sldMk cId="734175279" sldId="272"/>
            <ac:spMk id="2" creationId="{B5A87344-1E1E-CD7A-815F-CE74107F01CF}"/>
          </ac:spMkLst>
        </pc:spChg>
        <pc:spChg chg="add mod">
          <ac:chgData name="june7rey@yahoo.com" userId="24b80ac2850c150b" providerId="LiveId" clId="{9D0604A3-4239-4E5B-A64C-C4C40C226134}" dt="2026-10-13T05:30:30.927" v="612" actId="948"/>
          <ac:spMkLst>
            <pc:docMk/>
            <pc:sldMk cId="734175279" sldId="272"/>
            <ac:spMk id="3" creationId="{F08E0F48-253F-47F6-23D1-EBD9199C2491}"/>
          </ac:spMkLst>
        </pc:spChg>
        <pc:spChg chg="add mod">
          <ac:chgData name="june7rey@yahoo.com" userId="24b80ac2850c150b" providerId="LiveId" clId="{9D0604A3-4239-4E5B-A64C-C4C40C226134}" dt="2026-10-13T05:30:30.929" v="624" actId="948"/>
          <ac:spMkLst>
            <pc:docMk/>
            <pc:sldMk cId="734175279" sldId="272"/>
            <ac:spMk id="4" creationId="{E7E32620-B7E7-3F9A-A7CA-BBB36FC69CB7}"/>
          </ac:spMkLst>
        </pc:spChg>
        <pc:spChg chg="add mod">
          <ac:chgData name="june7rey@yahoo.com" userId="24b80ac2850c150b" providerId="LiveId" clId="{9D0604A3-4239-4E5B-A64C-C4C40C226134}" dt="2026-10-13T05:30:30.945" v="630" actId="1582"/>
          <ac:spMkLst>
            <pc:docMk/>
            <pc:sldMk cId="734175279" sldId="272"/>
            <ac:spMk id="7" creationId="{12C07838-CC31-DB14-1395-5D44D9D5C4E4}"/>
          </ac:spMkLst>
        </pc:spChg>
        <pc:spChg chg="add mod">
          <ac:chgData name="june7rey@yahoo.com" userId="24b80ac2850c150b" providerId="LiveId" clId="{9D0604A3-4239-4E5B-A64C-C4C40C226134}" dt="2026-10-13T05:30:30.963" v="644" actId="948"/>
          <ac:spMkLst>
            <pc:docMk/>
            <pc:sldMk cId="734175279" sldId="272"/>
            <ac:spMk id="10" creationId="{99630217-679D-560C-F029-3CB6E0282B41}"/>
          </ac:spMkLst>
        </pc:spChg>
        <pc:spChg chg="add mod">
          <ac:chgData name="june7rey@yahoo.com" userId="24b80ac2850c150b" providerId="LiveId" clId="{9D0604A3-4239-4E5B-A64C-C4C40C226134}" dt="2026-10-13T05:30:30.979" v="656" actId="948"/>
          <ac:spMkLst>
            <pc:docMk/>
            <pc:sldMk cId="734175279" sldId="272"/>
            <ac:spMk id="11" creationId="{87423919-E5F3-47CD-968A-7635036CA488}"/>
          </ac:spMkLst>
        </pc:spChg>
        <pc:spChg chg="add mod">
          <ac:chgData name="june7rey@yahoo.com" userId="24b80ac2850c150b" providerId="LiveId" clId="{9D0604A3-4239-4E5B-A64C-C4C40C226134}" dt="2026-10-13T05:30:30.979" v="660" actId="1582"/>
          <ac:spMkLst>
            <pc:docMk/>
            <pc:sldMk cId="734175279" sldId="272"/>
            <ac:spMk id="12" creationId="{30C86852-64CA-2ADB-3C7F-8E4810C3719E}"/>
          </ac:spMkLst>
        </pc:spChg>
        <pc:spChg chg="add mod">
          <ac:chgData name="june7rey@yahoo.com" userId="24b80ac2850c150b" providerId="LiveId" clId="{9D0604A3-4239-4E5B-A64C-C4C40C226134}" dt="2026-10-13T05:30:30.995" v="674" actId="948"/>
          <ac:spMkLst>
            <pc:docMk/>
            <pc:sldMk cId="734175279" sldId="272"/>
            <ac:spMk id="15" creationId="{CE3B694C-FB4F-4C06-13FD-CEAE84B2F1C7}"/>
          </ac:spMkLst>
        </pc:spChg>
        <pc:spChg chg="add mod">
          <ac:chgData name="june7rey@yahoo.com" userId="24b80ac2850c150b" providerId="LiveId" clId="{9D0604A3-4239-4E5B-A64C-C4C40C226134}" dt="2026-10-13T05:30:31.012" v="686" actId="948"/>
          <ac:spMkLst>
            <pc:docMk/>
            <pc:sldMk cId="734175279" sldId="272"/>
            <ac:spMk id="16" creationId="{ED1B3F5B-48C5-A0F5-0E14-50692BE384EA}"/>
          </ac:spMkLst>
        </pc:spChg>
        <pc:spChg chg="add mod">
          <ac:chgData name="june7rey@yahoo.com" userId="24b80ac2850c150b" providerId="LiveId" clId="{9D0604A3-4239-4E5B-A64C-C4C40C226134}" dt="2026-10-13T05:30:31.029" v="689"/>
          <ac:spMkLst>
            <pc:docMk/>
            <pc:sldMk cId="734175279" sldId="272"/>
            <ac:spMk id="17" creationId="{DE13EA7E-5D22-F598-064B-5852B812E515}"/>
          </ac:spMkLst>
        </pc:spChg>
        <pc:spChg chg="add mod">
          <ac:chgData name="june7rey@yahoo.com" userId="24b80ac2850c150b" providerId="LiveId" clId="{9D0604A3-4239-4E5B-A64C-C4C40C226134}" dt="2026-10-13T05:30:31.045" v="701" actId="948"/>
          <ac:spMkLst>
            <pc:docMk/>
            <pc:sldMk cId="734175279" sldId="272"/>
            <ac:spMk id="18" creationId="{2ECF046B-49DE-0AB8-1D44-ACBA48EACC67}"/>
          </ac:spMkLst>
        </pc:spChg>
        <pc:spChg chg="add mod">
          <ac:chgData name="june7rey@yahoo.com" userId="24b80ac2850c150b" providerId="LiveId" clId="{9D0604A3-4239-4E5B-A64C-C4C40C226134}" dt="2026-10-13T05:30:31.061" v="713" actId="948"/>
          <ac:spMkLst>
            <pc:docMk/>
            <pc:sldMk cId="734175279" sldId="272"/>
            <ac:spMk id="19" creationId="{62BCB57A-147B-2FA1-762E-58356C51A43F}"/>
          </ac:spMkLst>
        </pc:spChg>
        <pc:picChg chg="add mod">
          <ac:chgData name="june7rey@yahoo.com" userId="24b80ac2850c150b" providerId="LiveId" clId="{9D0604A3-4239-4E5B-A64C-C4C40C226134}" dt="2026-10-13T05:30:30.945" v="626"/>
          <ac:picMkLst>
            <pc:docMk/>
            <pc:sldMk cId="734175279" sldId="272"/>
            <ac:picMk id="6" creationId="{631A08BB-9E56-B424-D862-8142E30C11AD}"/>
          </ac:picMkLst>
        </pc:picChg>
        <pc:picChg chg="add mod">
          <ac:chgData name="june7rey@yahoo.com" userId="24b80ac2850c150b" providerId="LiveId" clId="{9D0604A3-4239-4E5B-A64C-C4C40C226134}" dt="2026-10-13T05:30:30.945" v="632"/>
          <ac:picMkLst>
            <pc:docMk/>
            <pc:sldMk cId="734175279" sldId="272"/>
            <ac:picMk id="9" creationId="{A7DEF889-3CC8-7135-E1FD-58DE072B35BC}"/>
          </ac:picMkLst>
        </pc:picChg>
        <pc:picChg chg="add mod">
          <ac:chgData name="june7rey@yahoo.com" userId="24b80ac2850c150b" providerId="LiveId" clId="{9D0604A3-4239-4E5B-A64C-C4C40C226134}" dt="2026-10-13T05:30:30.979" v="662"/>
          <ac:picMkLst>
            <pc:docMk/>
            <pc:sldMk cId="734175279" sldId="272"/>
            <ac:picMk id="14" creationId="{7BCFD34A-651A-6667-DFC4-6DCA43E8CD87}"/>
          </ac:picMkLst>
        </pc:picChg>
      </pc:sldChg>
      <pc:sldChg chg="addSp modSp add del mod setBg">
        <pc:chgData name="june7rey@yahoo.com" userId="24b80ac2850c150b" providerId="LiveId" clId="{9D0604A3-4239-4E5B-A64C-C4C40C226134}" dt="2026-10-13T05:31:46.328" v="1314" actId="2696"/>
        <pc:sldMkLst>
          <pc:docMk/>
          <pc:sldMk cId="1308586685" sldId="272"/>
        </pc:sldMkLst>
        <pc:spChg chg="add mod">
          <ac:chgData name="june7rey@yahoo.com" userId="24b80ac2850c150b" providerId="LiveId" clId="{9D0604A3-4239-4E5B-A64C-C4C40C226134}" dt="2026-10-13T05:31:19.812" v="1200"/>
          <ac:spMkLst>
            <pc:docMk/>
            <pc:sldMk cId="1308586685" sldId="272"/>
            <ac:spMk id="2" creationId="{1D3CAC77-C0C6-ACBC-E789-650A55FD6011}"/>
          </ac:spMkLst>
        </pc:spChg>
        <pc:spChg chg="add mod">
          <ac:chgData name="june7rey@yahoo.com" userId="24b80ac2850c150b" providerId="LiveId" clId="{9D0604A3-4239-4E5B-A64C-C4C40C226134}" dt="2026-10-13T05:31:19.830" v="1212" actId="948"/>
          <ac:spMkLst>
            <pc:docMk/>
            <pc:sldMk cId="1308586685" sldId="272"/>
            <ac:spMk id="3" creationId="{FC38609F-A194-4FB6-51BF-8C67FA5DE855}"/>
          </ac:spMkLst>
        </pc:spChg>
        <pc:spChg chg="add mod">
          <ac:chgData name="june7rey@yahoo.com" userId="24b80ac2850c150b" providerId="LiveId" clId="{9D0604A3-4239-4E5B-A64C-C4C40C226134}" dt="2026-10-13T05:31:19.845" v="1224" actId="948"/>
          <ac:spMkLst>
            <pc:docMk/>
            <pc:sldMk cId="1308586685" sldId="272"/>
            <ac:spMk id="4" creationId="{4A21B61B-C295-E142-BB1A-9572599A90A6}"/>
          </ac:spMkLst>
        </pc:spChg>
        <pc:spChg chg="add mod">
          <ac:chgData name="june7rey@yahoo.com" userId="24b80ac2850c150b" providerId="LiveId" clId="{9D0604A3-4239-4E5B-A64C-C4C40C226134}" dt="2026-10-13T05:31:19.852" v="1230" actId="1582"/>
          <ac:spMkLst>
            <pc:docMk/>
            <pc:sldMk cId="1308586685" sldId="272"/>
            <ac:spMk id="7" creationId="{BC369223-A4EB-CC57-903A-B48C4DCDCE3A}"/>
          </ac:spMkLst>
        </pc:spChg>
        <pc:spChg chg="add mod">
          <ac:chgData name="june7rey@yahoo.com" userId="24b80ac2850c150b" providerId="LiveId" clId="{9D0604A3-4239-4E5B-A64C-C4C40C226134}" dt="2026-10-13T05:31:19.862" v="1244" actId="948"/>
          <ac:spMkLst>
            <pc:docMk/>
            <pc:sldMk cId="1308586685" sldId="272"/>
            <ac:spMk id="10" creationId="{8ECF47E2-9A47-7E79-A28C-DEEB27003563}"/>
          </ac:spMkLst>
        </pc:spChg>
        <pc:spChg chg="add mod">
          <ac:chgData name="june7rey@yahoo.com" userId="24b80ac2850c150b" providerId="LiveId" clId="{9D0604A3-4239-4E5B-A64C-C4C40C226134}" dt="2026-10-13T05:31:19.878" v="1256" actId="948"/>
          <ac:spMkLst>
            <pc:docMk/>
            <pc:sldMk cId="1308586685" sldId="272"/>
            <ac:spMk id="11" creationId="{B5D83641-06B1-8363-8AB2-24D6D024585A}"/>
          </ac:spMkLst>
        </pc:spChg>
        <pc:spChg chg="add mod">
          <ac:chgData name="june7rey@yahoo.com" userId="24b80ac2850c150b" providerId="LiveId" clId="{9D0604A3-4239-4E5B-A64C-C4C40C226134}" dt="2026-10-13T05:31:19.895" v="1260" actId="1582"/>
          <ac:spMkLst>
            <pc:docMk/>
            <pc:sldMk cId="1308586685" sldId="272"/>
            <ac:spMk id="12" creationId="{0A64288F-6EE6-81BB-E2B6-20A700728078}"/>
          </ac:spMkLst>
        </pc:spChg>
        <pc:spChg chg="add mod">
          <ac:chgData name="june7rey@yahoo.com" userId="24b80ac2850c150b" providerId="LiveId" clId="{9D0604A3-4239-4E5B-A64C-C4C40C226134}" dt="2026-10-13T05:31:19.927" v="1274" actId="948"/>
          <ac:spMkLst>
            <pc:docMk/>
            <pc:sldMk cId="1308586685" sldId="272"/>
            <ac:spMk id="15" creationId="{EE4EC747-A54F-10FF-73E2-CBE107609BCE}"/>
          </ac:spMkLst>
        </pc:spChg>
        <pc:spChg chg="add mod">
          <ac:chgData name="june7rey@yahoo.com" userId="24b80ac2850c150b" providerId="LiveId" clId="{9D0604A3-4239-4E5B-A64C-C4C40C226134}" dt="2026-10-13T05:31:19.948" v="1286" actId="948"/>
          <ac:spMkLst>
            <pc:docMk/>
            <pc:sldMk cId="1308586685" sldId="272"/>
            <ac:spMk id="16" creationId="{4DECC516-8E05-03F8-B0C8-0916FEE6E568}"/>
          </ac:spMkLst>
        </pc:spChg>
        <pc:spChg chg="add mod">
          <ac:chgData name="june7rey@yahoo.com" userId="24b80ac2850c150b" providerId="LiveId" clId="{9D0604A3-4239-4E5B-A64C-C4C40C226134}" dt="2026-10-13T05:31:19.951" v="1289"/>
          <ac:spMkLst>
            <pc:docMk/>
            <pc:sldMk cId="1308586685" sldId="272"/>
            <ac:spMk id="17" creationId="{904C8077-8BAD-935B-1AD0-6B5C16857238}"/>
          </ac:spMkLst>
        </pc:spChg>
        <pc:spChg chg="add mod">
          <ac:chgData name="june7rey@yahoo.com" userId="24b80ac2850c150b" providerId="LiveId" clId="{9D0604A3-4239-4E5B-A64C-C4C40C226134}" dt="2026-10-13T05:31:19.962" v="1301" actId="948"/>
          <ac:spMkLst>
            <pc:docMk/>
            <pc:sldMk cId="1308586685" sldId="272"/>
            <ac:spMk id="18" creationId="{ECA3914F-4189-67E3-84E1-DD82AF66A979}"/>
          </ac:spMkLst>
        </pc:spChg>
        <pc:spChg chg="add mod">
          <ac:chgData name="june7rey@yahoo.com" userId="24b80ac2850c150b" providerId="LiveId" clId="{9D0604A3-4239-4E5B-A64C-C4C40C226134}" dt="2026-10-13T05:31:19.978" v="1313" actId="948"/>
          <ac:spMkLst>
            <pc:docMk/>
            <pc:sldMk cId="1308586685" sldId="272"/>
            <ac:spMk id="19" creationId="{84346D31-1E33-DCFD-869E-89C748B1A067}"/>
          </ac:spMkLst>
        </pc:spChg>
        <pc:picChg chg="add mod">
          <ac:chgData name="june7rey@yahoo.com" userId="24b80ac2850c150b" providerId="LiveId" clId="{9D0604A3-4239-4E5B-A64C-C4C40C226134}" dt="2026-10-13T05:31:19.845" v="1226"/>
          <ac:picMkLst>
            <pc:docMk/>
            <pc:sldMk cId="1308586685" sldId="272"/>
            <ac:picMk id="6" creationId="{1FE2138D-A527-8C64-02F6-1FA42BFF16EE}"/>
          </ac:picMkLst>
        </pc:picChg>
        <pc:picChg chg="add mod">
          <ac:chgData name="june7rey@yahoo.com" userId="24b80ac2850c150b" providerId="LiveId" clId="{9D0604A3-4239-4E5B-A64C-C4C40C226134}" dt="2026-10-13T05:31:19.852" v="1232"/>
          <ac:picMkLst>
            <pc:docMk/>
            <pc:sldMk cId="1308586685" sldId="272"/>
            <ac:picMk id="9" creationId="{35F9AC52-EC0F-7A70-AA67-1CF232A3B592}"/>
          </ac:picMkLst>
        </pc:picChg>
        <pc:picChg chg="add mod">
          <ac:chgData name="june7rey@yahoo.com" userId="24b80ac2850c150b" providerId="LiveId" clId="{9D0604A3-4239-4E5B-A64C-C4C40C226134}" dt="2026-10-13T05:31:19.895" v="1262"/>
          <ac:picMkLst>
            <pc:docMk/>
            <pc:sldMk cId="1308586685" sldId="272"/>
            <ac:picMk id="14" creationId="{DCA32F32-E208-4C8F-15F9-C7AA0F543D20}"/>
          </ac:picMkLst>
        </pc:picChg>
      </pc:sldChg>
      <pc:sldChg chg="addSp delSp modSp add mod setBg modNotes">
        <pc:chgData name="june7rey@yahoo.com" userId="24b80ac2850c150b" providerId="LiveId" clId="{9D0604A3-4239-4E5B-A64C-C4C40C226134}" dt="2026-10-13T06:05:03.230" v="3270" actId="20577"/>
        <pc:sldMkLst>
          <pc:docMk/>
          <pc:sldMk cId="1364985611" sldId="272"/>
        </pc:sldMkLst>
        <pc:spChg chg="add mod">
          <ac:chgData name="june7rey@yahoo.com" userId="24b80ac2850c150b" providerId="LiveId" clId="{9D0604A3-4239-4E5B-A64C-C4C40C226134}" dt="2026-10-13T05:46:24.136" v="2400"/>
          <ac:spMkLst>
            <pc:docMk/>
            <pc:sldMk cId="1364985611" sldId="272"/>
            <ac:spMk id="2" creationId="{9DFCE68D-55A6-E8A3-92BA-E6594B60D0F9}"/>
          </ac:spMkLst>
        </pc:spChg>
        <pc:spChg chg="add mod">
          <ac:chgData name="june7rey@yahoo.com" userId="24b80ac2850c150b" providerId="LiveId" clId="{9D0604A3-4239-4E5B-A64C-C4C40C226134}" dt="2026-10-13T05:46:24.152" v="2412" actId="948"/>
          <ac:spMkLst>
            <pc:docMk/>
            <pc:sldMk cId="1364985611" sldId="272"/>
            <ac:spMk id="3" creationId="{EB5ADE1C-151F-8D8E-C082-0A12EBC1960B}"/>
          </ac:spMkLst>
        </pc:spChg>
        <pc:spChg chg="add mod">
          <ac:chgData name="june7rey@yahoo.com" userId="24b80ac2850c150b" providerId="LiveId" clId="{9D0604A3-4239-4E5B-A64C-C4C40C226134}" dt="2026-10-13T05:46:24.168" v="2424" actId="948"/>
          <ac:spMkLst>
            <pc:docMk/>
            <pc:sldMk cId="1364985611" sldId="272"/>
            <ac:spMk id="4" creationId="{04286BD9-B8F7-7AED-CA7F-2AFE25B0020F}"/>
          </ac:spMkLst>
        </pc:spChg>
        <pc:spChg chg="add mod">
          <ac:chgData name="june7rey@yahoo.com" userId="24b80ac2850c150b" providerId="LiveId" clId="{9D0604A3-4239-4E5B-A64C-C4C40C226134}" dt="2026-10-13T05:56:19.828" v="3180" actId="1582"/>
          <ac:spMkLst>
            <pc:docMk/>
            <pc:sldMk cId="1364985611" sldId="272"/>
            <ac:spMk id="5" creationId="{6A326E6B-8A3F-DB4B-59E6-5B47F50CA6DD}"/>
          </ac:spMkLst>
        </pc:spChg>
        <pc:spChg chg="add mod">
          <ac:chgData name="june7rey@yahoo.com" userId="24b80ac2850c150b" providerId="LiveId" clId="{9D0604A3-4239-4E5B-A64C-C4C40C226134}" dt="2026-10-13T05:46:24.168" v="2430" actId="1582"/>
          <ac:spMkLst>
            <pc:docMk/>
            <pc:sldMk cId="1364985611" sldId="272"/>
            <ac:spMk id="7" creationId="{7F5A0C6A-7484-4295-FA95-60A9C64EFD58}"/>
          </ac:spMkLst>
        </pc:spChg>
        <pc:spChg chg="add mod">
          <ac:chgData name="june7rey@yahoo.com" userId="24b80ac2850c150b" providerId="LiveId" clId="{9D0604A3-4239-4E5B-A64C-C4C40C226134}" dt="2026-10-13T05:56:19.895" v="3188" actId="207"/>
          <ac:spMkLst>
            <pc:docMk/>
            <pc:sldMk cId="1364985611" sldId="272"/>
            <ac:spMk id="8" creationId="{0EFC8DBD-8874-A25F-9FFE-C6EF9868120E}"/>
          </ac:spMkLst>
        </pc:spChg>
        <pc:spChg chg="add mod">
          <ac:chgData name="june7rey@yahoo.com" userId="24b80ac2850c150b" providerId="LiveId" clId="{9D0604A3-4239-4E5B-A64C-C4C40C226134}" dt="2026-10-13T05:46:24.199" v="2444" actId="948"/>
          <ac:spMkLst>
            <pc:docMk/>
            <pc:sldMk cId="1364985611" sldId="272"/>
            <ac:spMk id="10" creationId="{73654FA5-EAB8-6A44-F0ED-47D0DBBC666A}"/>
          </ac:spMkLst>
        </pc:spChg>
        <pc:spChg chg="add mod">
          <ac:chgData name="june7rey@yahoo.com" userId="24b80ac2850c150b" providerId="LiveId" clId="{9D0604A3-4239-4E5B-A64C-C4C40C226134}" dt="2026-10-13T05:46:24.215" v="2456" actId="948"/>
          <ac:spMkLst>
            <pc:docMk/>
            <pc:sldMk cId="1364985611" sldId="272"/>
            <ac:spMk id="11" creationId="{F31B0704-4E43-6480-70EE-6FB686CAC4E0}"/>
          </ac:spMkLst>
        </pc:spChg>
        <pc:spChg chg="add del mod">
          <ac:chgData name="june7rey@yahoo.com" userId="24b80ac2850c150b" providerId="LiveId" clId="{9D0604A3-4239-4E5B-A64C-C4C40C226134}" dt="2026-10-13T05:56:19.777" v="3176"/>
          <ac:spMkLst>
            <pc:docMk/>
            <pc:sldMk cId="1364985611" sldId="272"/>
            <ac:spMk id="12" creationId="{09365F08-382C-6975-2208-FEED11BBBEF0}"/>
          </ac:spMkLst>
        </pc:spChg>
        <pc:spChg chg="add mod">
          <ac:chgData name="june7rey@yahoo.com" userId="24b80ac2850c150b" providerId="LiveId" clId="{9D0604A3-4239-4E5B-A64C-C4C40C226134}" dt="2026-10-13T05:56:19.912" v="3191" actId="208"/>
          <ac:spMkLst>
            <pc:docMk/>
            <pc:sldMk cId="1364985611" sldId="272"/>
            <ac:spMk id="13" creationId="{9CD3C0CE-E45F-1473-1E6E-47F76B3CC18C}"/>
          </ac:spMkLst>
        </pc:spChg>
        <pc:spChg chg="add del mod">
          <ac:chgData name="june7rey@yahoo.com" userId="24b80ac2850c150b" providerId="LiveId" clId="{9D0604A3-4239-4E5B-A64C-C4C40C226134}" dt="2026-10-13T05:56:35.095" v="3253"/>
          <ac:spMkLst>
            <pc:docMk/>
            <pc:sldMk cId="1364985611" sldId="272"/>
            <ac:spMk id="15" creationId="{AFAC5FAB-2803-1ECB-0E68-84BE973E5AF6}"/>
          </ac:spMkLst>
        </pc:spChg>
        <pc:spChg chg="add del mod">
          <ac:chgData name="june7rey@yahoo.com" userId="24b80ac2850c150b" providerId="LiveId" clId="{9D0604A3-4239-4E5B-A64C-C4C40C226134}" dt="2026-10-13T05:56:35.095" v="3251"/>
          <ac:spMkLst>
            <pc:docMk/>
            <pc:sldMk cId="1364985611" sldId="272"/>
            <ac:spMk id="16" creationId="{D4C19A97-EA85-A00D-1713-D3B3FF666BC4}"/>
          </ac:spMkLst>
        </pc:spChg>
        <pc:spChg chg="add mod">
          <ac:chgData name="june7rey@yahoo.com" userId="24b80ac2850c150b" providerId="LiveId" clId="{9D0604A3-4239-4E5B-A64C-C4C40C226134}" dt="2026-10-13T05:46:24.247" v="2489"/>
          <ac:spMkLst>
            <pc:docMk/>
            <pc:sldMk cId="1364985611" sldId="272"/>
            <ac:spMk id="17" creationId="{E3F59989-8099-8B66-5C98-A8AF0B16B70D}"/>
          </ac:spMkLst>
        </pc:spChg>
        <pc:spChg chg="add mod">
          <ac:chgData name="june7rey@yahoo.com" userId="24b80ac2850c150b" providerId="LiveId" clId="{9D0604A3-4239-4E5B-A64C-C4C40C226134}" dt="2026-10-13T05:46:24.263" v="2501" actId="948"/>
          <ac:spMkLst>
            <pc:docMk/>
            <pc:sldMk cId="1364985611" sldId="272"/>
            <ac:spMk id="18" creationId="{6B1EF04C-4E17-5F61-7079-0336B7F4F069}"/>
          </ac:spMkLst>
        </pc:spChg>
        <pc:spChg chg="add mod">
          <ac:chgData name="june7rey@yahoo.com" userId="24b80ac2850c150b" providerId="LiveId" clId="{9D0604A3-4239-4E5B-A64C-C4C40C226134}" dt="2026-10-13T05:46:24.278" v="2513" actId="948"/>
          <ac:spMkLst>
            <pc:docMk/>
            <pc:sldMk cId="1364985611" sldId="272"/>
            <ac:spMk id="19" creationId="{3045BE6D-A76F-B057-11CB-7FB84F70BB00}"/>
          </ac:spMkLst>
        </pc:spChg>
        <pc:spChg chg="add mod">
          <ac:chgData name="june7rey@yahoo.com" userId="24b80ac2850c150b" providerId="LiveId" clId="{9D0604A3-4239-4E5B-A64C-C4C40C226134}" dt="2026-10-13T05:56:19.928" v="3199" actId="207"/>
          <ac:spMkLst>
            <pc:docMk/>
            <pc:sldMk cId="1364985611" sldId="272"/>
            <ac:spMk id="20" creationId="{2C154FC0-F33E-4F45-29FD-9D90C26F44CD}"/>
          </ac:spMkLst>
        </pc:spChg>
        <pc:spChg chg="add mod">
          <ac:chgData name="june7rey@yahoo.com" userId="24b80ac2850c150b" providerId="LiveId" clId="{9D0604A3-4239-4E5B-A64C-C4C40C226134}" dt="2026-10-13T05:56:19.945" v="3206" actId="207"/>
          <ac:spMkLst>
            <pc:docMk/>
            <pc:sldMk cId="1364985611" sldId="272"/>
            <ac:spMk id="21" creationId="{356EA127-5550-1F7E-0886-9BC402285AC1}"/>
          </ac:spMkLst>
        </pc:spChg>
        <pc:spChg chg="add mod">
          <ac:chgData name="june7rey@yahoo.com" userId="24b80ac2850c150b" providerId="LiveId" clId="{9D0604A3-4239-4E5B-A64C-C4C40C226134}" dt="2026-10-13T05:56:19.962" v="3209" actId="208"/>
          <ac:spMkLst>
            <pc:docMk/>
            <pc:sldMk cId="1364985611" sldId="272"/>
            <ac:spMk id="22" creationId="{6F51077B-A8C4-2445-8166-C288F9CFC21F}"/>
          </ac:spMkLst>
        </pc:spChg>
        <pc:spChg chg="add mod">
          <ac:chgData name="june7rey@yahoo.com" userId="24b80ac2850c150b" providerId="LiveId" clId="{9D0604A3-4239-4E5B-A64C-C4C40C226134}" dt="2026-10-13T05:56:19.978" v="3217" actId="207"/>
          <ac:spMkLst>
            <pc:docMk/>
            <pc:sldMk cId="1364985611" sldId="272"/>
            <ac:spMk id="23" creationId="{AB05E675-4F8D-0FDD-2206-1376F5A3246F}"/>
          </ac:spMkLst>
        </pc:spChg>
        <pc:spChg chg="add mod">
          <ac:chgData name="june7rey@yahoo.com" userId="24b80ac2850c150b" providerId="LiveId" clId="{9D0604A3-4239-4E5B-A64C-C4C40C226134}" dt="2026-10-13T05:56:19.994" v="3224" actId="207"/>
          <ac:spMkLst>
            <pc:docMk/>
            <pc:sldMk cId="1364985611" sldId="272"/>
            <ac:spMk id="24" creationId="{B1B4202C-2D0C-F6FF-BAD8-1C8901B6101F}"/>
          </ac:spMkLst>
        </pc:spChg>
        <pc:spChg chg="add mod">
          <ac:chgData name="june7rey@yahoo.com" userId="24b80ac2850c150b" providerId="LiveId" clId="{9D0604A3-4239-4E5B-A64C-C4C40C226134}" dt="2026-10-13T05:56:19.995" v="3227" actId="208"/>
          <ac:spMkLst>
            <pc:docMk/>
            <pc:sldMk cId="1364985611" sldId="272"/>
            <ac:spMk id="25" creationId="{0514D87C-B739-B03D-FE68-232C1FBCA945}"/>
          </ac:spMkLst>
        </pc:spChg>
        <pc:spChg chg="add mod">
          <ac:chgData name="june7rey@yahoo.com" userId="24b80ac2850c150b" providerId="LiveId" clId="{9D0604A3-4239-4E5B-A64C-C4C40C226134}" dt="2026-10-13T05:56:20.012" v="3235" actId="207"/>
          <ac:spMkLst>
            <pc:docMk/>
            <pc:sldMk cId="1364985611" sldId="272"/>
            <ac:spMk id="26" creationId="{6A7FB0D5-0FA4-3A10-7DA3-A0401C66B7C5}"/>
          </ac:spMkLst>
        </pc:spChg>
        <pc:spChg chg="add mod">
          <ac:chgData name="june7rey@yahoo.com" userId="24b80ac2850c150b" providerId="LiveId" clId="{9D0604A3-4239-4E5B-A64C-C4C40C226134}" dt="2026-10-13T05:56:20.028" v="3242" actId="207"/>
          <ac:spMkLst>
            <pc:docMk/>
            <pc:sldMk cId="1364985611" sldId="272"/>
            <ac:spMk id="27" creationId="{79244154-029B-4498-6725-174BA2D7085A}"/>
          </ac:spMkLst>
        </pc:spChg>
        <pc:spChg chg="add mod">
          <ac:chgData name="june7rey@yahoo.com" userId="24b80ac2850c150b" providerId="LiveId" clId="{9D0604A3-4239-4E5B-A64C-C4C40C226134}" dt="2026-10-13T05:56:20.045" v="3249" actId="207"/>
          <ac:spMkLst>
            <pc:docMk/>
            <pc:sldMk cId="1364985611" sldId="272"/>
            <ac:spMk id="28" creationId="{26C9A9F8-659F-1F73-C8E1-86D9C915F9E5}"/>
          </ac:spMkLst>
        </pc:spChg>
        <pc:picChg chg="add mod">
          <ac:chgData name="june7rey@yahoo.com" userId="24b80ac2850c150b" providerId="LiveId" clId="{9D0604A3-4239-4E5B-A64C-C4C40C226134}" dt="2026-10-13T05:46:24.168" v="2426"/>
          <ac:picMkLst>
            <pc:docMk/>
            <pc:sldMk cId="1364985611" sldId="272"/>
            <ac:picMk id="6" creationId="{8C5DEB44-74FE-BE55-4E0A-992D893A6FAC}"/>
          </ac:picMkLst>
        </pc:picChg>
        <pc:picChg chg="add mod">
          <ac:chgData name="june7rey@yahoo.com" userId="24b80ac2850c150b" providerId="LiveId" clId="{9D0604A3-4239-4E5B-A64C-C4C40C226134}" dt="2026-10-13T05:46:24.168" v="2432"/>
          <ac:picMkLst>
            <pc:docMk/>
            <pc:sldMk cId="1364985611" sldId="272"/>
            <ac:picMk id="9" creationId="{CFBEC584-6ED9-E3AB-F036-6399E808956F}"/>
          </ac:picMkLst>
        </pc:picChg>
        <pc:picChg chg="add del mod">
          <ac:chgData name="june7rey@yahoo.com" userId="24b80ac2850c150b" providerId="LiveId" clId="{9D0604A3-4239-4E5B-A64C-C4C40C226134}" dt="2026-10-13T05:56:19.762" v="3174"/>
          <ac:picMkLst>
            <pc:docMk/>
            <pc:sldMk cId="1364985611" sldId="272"/>
            <ac:picMk id="14" creationId="{76702013-D4FB-FFDE-74CA-37D01157BE69}"/>
          </ac:picMkLst>
        </pc:picChg>
      </pc:sldChg>
      <pc:sldChg chg="addSp modSp add del mod setBg">
        <pc:chgData name="june7rey@yahoo.com" userId="24b80ac2850c150b" providerId="LiveId" clId="{9D0604A3-4239-4E5B-A64C-C4C40C226134}" dt="2026-10-13T05:46:23.209" v="1914" actId="2696"/>
        <pc:sldMkLst>
          <pc:docMk/>
          <pc:sldMk cId="3121070216" sldId="272"/>
        </pc:sldMkLst>
        <pc:spChg chg="add mod">
          <ac:chgData name="june7rey@yahoo.com" userId="24b80ac2850c150b" providerId="LiveId" clId="{9D0604A3-4239-4E5B-A64C-C4C40C226134}" dt="2026-10-13T05:31:47.246" v="1800"/>
          <ac:spMkLst>
            <pc:docMk/>
            <pc:sldMk cId="3121070216" sldId="272"/>
            <ac:spMk id="2" creationId="{678979C9-FDCC-7A32-3E1D-567B43FB443C}"/>
          </ac:spMkLst>
        </pc:spChg>
        <pc:spChg chg="add mod">
          <ac:chgData name="june7rey@yahoo.com" userId="24b80ac2850c150b" providerId="LiveId" clId="{9D0604A3-4239-4E5B-A64C-C4C40C226134}" dt="2026-10-13T05:31:47.262" v="1812" actId="948"/>
          <ac:spMkLst>
            <pc:docMk/>
            <pc:sldMk cId="3121070216" sldId="272"/>
            <ac:spMk id="3" creationId="{3792137A-2DF2-9404-5508-CD6C5CC25C1E}"/>
          </ac:spMkLst>
        </pc:spChg>
        <pc:spChg chg="add mod">
          <ac:chgData name="june7rey@yahoo.com" userId="24b80ac2850c150b" providerId="LiveId" clId="{9D0604A3-4239-4E5B-A64C-C4C40C226134}" dt="2026-10-13T05:31:47.279" v="1824" actId="948"/>
          <ac:spMkLst>
            <pc:docMk/>
            <pc:sldMk cId="3121070216" sldId="272"/>
            <ac:spMk id="4" creationId="{046A89A4-1BBE-BF77-2B4B-0C06A43FF3AE}"/>
          </ac:spMkLst>
        </pc:spChg>
        <pc:spChg chg="add mod">
          <ac:chgData name="june7rey@yahoo.com" userId="24b80ac2850c150b" providerId="LiveId" clId="{9D0604A3-4239-4E5B-A64C-C4C40C226134}" dt="2026-10-13T05:31:47.296" v="1830" actId="1582"/>
          <ac:spMkLst>
            <pc:docMk/>
            <pc:sldMk cId="3121070216" sldId="272"/>
            <ac:spMk id="7" creationId="{647CB6D4-9645-7462-C834-84D7304E652F}"/>
          </ac:spMkLst>
        </pc:spChg>
        <pc:spChg chg="add mod">
          <ac:chgData name="june7rey@yahoo.com" userId="24b80ac2850c150b" providerId="LiveId" clId="{9D0604A3-4239-4E5B-A64C-C4C40C226134}" dt="2026-10-13T05:31:47.312" v="1844" actId="948"/>
          <ac:spMkLst>
            <pc:docMk/>
            <pc:sldMk cId="3121070216" sldId="272"/>
            <ac:spMk id="10" creationId="{87926542-FD5B-591B-210D-F42EF2D5B55C}"/>
          </ac:spMkLst>
        </pc:spChg>
        <pc:spChg chg="add mod">
          <ac:chgData name="june7rey@yahoo.com" userId="24b80ac2850c150b" providerId="LiveId" clId="{9D0604A3-4239-4E5B-A64C-C4C40C226134}" dt="2026-10-13T05:31:47.329" v="1856" actId="948"/>
          <ac:spMkLst>
            <pc:docMk/>
            <pc:sldMk cId="3121070216" sldId="272"/>
            <ac:spMk id="11" creationId="{DA674E6A-5E93-CB31-B444-DBD964657571}"/>
          </ac:spMkLst>
        </pc:spChg>
        <pc:spChg chg="add mod">
          <ac:chgData name="june7rey@yahoo.com" userId="24b80ac2850c150b" providerId="LiveId" clId="{9D0604A3-4239-4E5B-A64C-C4C40C226134}" dt="2026-10-13T05:31:47.329" v="1860" actId="1582"/>
          <ac:spMkLst>
            <pc:docMk/>
            <pc:sldMk cId="3121070216" sldId="272"/>
            <ac:spMk id="12" creationId="{28073399-2E72-AA9E-D46E-C3AD8CD83552}"/>
          </ac:spMkLst>
        </pc:spChg>
        <pc:spChg chg="add mod">
          <ac:chgData name="june7rey@yahoo.com" userId="24b80ac2850c150b" providerId="LiveId" clId="{9D0604A3-4239-4E5B-A64C-C4C40C226134}" dt="2026-10-13T05:31:47.358" v="1874" actId="948"/>
          <ac:spMkLst>
            <pc:docMk/>
            <pc:sldMk cId="3121070216" sldId="272"/>
            <ac:spMk id="15" creationId="{3B13BD3C-5215-C9EF-30A5-D1503B69D749}"/>
          </ac:spMkLst>
        </pc:spChg>
        <pc:spChg chg="add mod">
          <ac:chgData name="june7rey@yahoo.com" userId="24b80ac2850c150b" providerId="LiveId" clId="{9D0604A3-4239-4E5B-A64C-C4C40C226134}" dt="2026-10-13T05:31:47.374" v="1886" actId="948"/>
          <ac:spMkLst>
            <pc:docMk/>
            <pc:sldMk cId="3121070216" sldId="272"/>
            <ac:spMk id="16" creationId="{2D9ABEC1-9A6C-ECBA-760F-FD70BAA54B00}"/>
          </ac:spMkLst>
        </pc:spChg>
        <pc:spChg chg="add mod">
          <ac:chgData name="june7rey@yahoo.com" userId="24b80ac2850c150b" providerId="LiveId" clId="{9D0604A3-4239-4E5B-A64C-C4C40C226134}" dt="2026-10-13T05:31:47.378" v="1889"/>
          <ac:spMkLst>
            <pc:docMk/>
            <pc:sldMk cId="3121070216" sldId="272"/>
            <ac:spMk id="17" creationId="{51B91DF1-ABD8-C6F9-9488-010E09B79125}"/>
          </ac:spMkLst>
        </pc:spChg>
        <pc:spChg chg="add mod">
          <ac:chgData name="june7rey@yahoo.com" userId="24b80ac2850c150b" providerId="LiveId" clId="{9D0604A3-4239-4E5B-A64C-C4C40C226134}" dt="2026-10-13T05:31:47.395" v="1901" actId="948"/>
          <ac:spMkLst>
            <pc:docMk/>
            <pc:sldMk cId="3121070216" sldId="272"/>
            <ac:spMk id="18" creationId="{E7631389-0D2A-281C-365F-D9D54DFFAAF4}"/>
          </ac:spMkLst>
        </pc:spChg>
        <pc:spChg chg="add mod">
          <ac:chgData name="june7rey@yahoo.com" userId="24b80ac2850c150b" providerId="LiveId" clId="{9D0604A3-4239-4E5B-A64C-C4C40C226134}" dt="2026-10-13T05:31:47.410" v="1913" actId="948"/>
          <ac:spMkLst>
            <pc:docMk/>
            <pc:sldMk cId="3121070216" sldId="272"/>
            <ac:spMk id="19" creationId="{DEFFD705-3ED6-8BC7-9AD6-1934388DBA52}"/>
          </ac:spMkLst>
        </pc:spChg>
        <pc:picChg chg="add mod">
          <ac:chgData name="june7rey@yahoo.com" userId="24b80ac2850c150b" providerId="LiveId" clId="{9D0604A3-4239-4E5B-A64C-C4C40C226134}" dt="2026-10-13T05:31:47.279" v="1826"/>
          <ac:picMkLst>
            <pc:docMk/>
            <pc:sldMk cId="3121070216" sldId="272"/>
            <ac:picMk id="6" creationId="{8BBE9093-C6F5-13FE-713C-F3ECD69C8DE8}"/>
          </ac:picMkLst>
        </pc:picChg>
        <pc:picChg chg="add mod">
          <ac:chgData name="june7rey@yahoo.com" userId="24b80ac2850c150b" providerId="LiveId" clId="{9D0604A3-4239-4E5B-A64C-C4C40C226134}" dt="2026-10-13T05:31:47.296" v="1832"/>
          <ac:picMkLst>
            <pc:docMk/>
            <pc:sldMk cId="3121070216" sldId="272"/>
            <ac:picMk id="9" creationId="{31C0C18A-C745-8BBC-88A9-6FAC07B04490}"/>
          </ac:picMkLst>
        </pc:picChg>
        <pc:picChg chg="add mod">
          <ac:chgData name="june7rey@yahoo.com" userId="24b80ac2850c150b" providerId="LiveId" clId="{9D0604A3-4239-4E5B-A64C-C4C40C226134}" dt="2026-10-13T05:31:47.329" v="1862"/>
          <ac:picMkLst>
            <pc:docMk/>
            <pc:sldMk cId="3121070216" sldId="272"/>
            <ac:picMk id="14" creationId="{49F62ACE-B802-AFE0-140A-D23D77C1804A}"/>
          </ac:picMkLst>
        </pc:picChg>
      </pc:sldChg>
      <pc:sldChg chg="addSp modSp add mod setBg modNotes">
        <pc:chgData name="june7rey@yahoo.com" userId="24b80ac2850c150b" providerId="LiveId" clId="{9D0604A3-4239-4E5B-A64C-C4C40C226134}" dt="2026-10-13T06:05:03.234" v="3271" actId="20577"/>
        <pc:sldMkLst>
          <pc:docMk/>
          <pc:sldMk cId="2351354311" sldId="273"/>
        </pc:sldMkLst>
        <pc:spChg chg="add mod">
          <ac:chgData name="june7rey@yahoo.com" userId="24b80ac2850c150b" providerId="LiveId" clId="{9D0604A3-4239-4E5B-A64C-C4C40C226134}" dt="2026-10-13T05:46:24.295" v="2519"/>
          <ac:spMkLst>
            <pc:docMk/>
            <pc:sldMk cId="2351354311" sldId="273"/>
            <ac:spMk id="2" creationId="{CC079D5C-A01A-8F40-63F6-FC86FD4D4F57}"/>
          </ac:spMkLst>
        </pc:spChg>
        <pc:spChg chg="add mod">
          <ac:chgData name="june7rey@yahoo.com" userId="24b80ac2850c150b" providerId="LiveId" clId="{9D0604A3-4239-4E5B-A64C-C4C40C226134}" dt="2026-10-13T05:46:24.311" v="2531" actId="948"/>
          <ac:spMkLst>
            <pc:docMk/>
            <pc:sldMk cId="2351354311" sldId="273"/>
            <ac:spMk id="3" creationId="{19894766-0CD5-EB5D-FE14-CF85D2C2795F}"/>
          </ac:spMkLst>
        </pc:spChg>
        <pc:spChg chg="add mod">
          <ac:chgData name="june7rey@yahoo.com" userId="24b80ac2850c150b" providerId="LiveId" clId="{9D0604A3-4239-4E5B-A64C-C4C40C226134}" dt="2026-10-13T05:46:24.327" v="2543" actId="948"/>
          <ac:spMkLst>
            <pc:docMk/>
            <pc:sldMk cId="2351354311" sldId="273"/>
            <ac:spMk id="4" creationId="{176F8C63-9EC7-D8F2-603D-A6FF6C4E87D4}"/>
          </ac:spMkLst>
        </pc:spChg>
        <pc:spChg chg="add mod">
          <ac:chgData name="june7rey@yahoo.com" userId="24b80ac2850c150b" providerId="LiveId" clId="{9D0604A3-4239-4E5B-A64C-C4C40C226134}" dt="2026-10-13T05:46:24.327" v="2549" actId="1582"/>
          <ac:spMkLst>
            <pc:docMk/>
            <pc:sldMk cId="2351354311" sldId="273"/>
            <ac:spMk id="7" creationId="{9093DB98-147A-B6AF-1E8B-ACE5254C5CC6}"/>
          </ac:spMkLst>
        </pc:spChg>
        <pc:spChg chg="add mod">
          <ac:chgData name="june7rey@yahoo.com" userId="24b80ac2850c150b" providerId="LiveId" clId="{9D0604A3-4239-4E5B-A64C-C4C40C226134}" dt="2026-10-13T05:46:24.343" v="2563" actId="948"/>
          <ac:spMkLst>
            <pc:docMk/>
            <pc:sldMk cId="2351354311" sldId="273"/>
            <ac:spMk id="10" creationId="{7DE79B94-19FD-B04F-CF36-C95485113407}"/>
          </ac:spMkLst>
        </pc:spChg>
        <pc:spChg chg="add mod">
          <ac:chgData name="june7rey@yahoo.com" userId="24b80ac2850c150b" providerId="LiveId" clId="{9D0604A3-4239-4E5B-A64C-C4C40C226134}" dt="2026-10-13T05:46:24.358" v="2575" actId="948"/>
          <ac:spMkLst>
            <pc:docMk/>
            <pc:sldMk cId="2351354311" sldId="273"/>
            <ac:spMk id="11" creationId="{AAB5F357-D8F0-081D-1527-B68070E01A08}"/>
          </ac:spMkLst>
        </pc:spChg>
        <pc:spChg chg="add mod">
          <ac:chgData name="june7rey@yahoo.com" userId="24b80ac2850c150b" providerId="LiveId" clId="{9D0604A3-4239-4E5B-A64C-C4C40C226134}" dt="2026-10-13T05:46:24.374" v="2579" actId="1582"/>
          <ac:spMkLst>
            <pc:docMk/>
            <pc:sldMk cId="2351354311" sldId="273"/>
            <ac:spMk id="12" creationId="{B7C923F3-408B-4B55-9429-271FCD6C1A9C}"/>
          </ac:spMkLst>
        </pc:spChg>
        <pc:spChg chg="add mod">
          <ac:chgData name="june7rey@yahoo.com" userId="24b80ac2850c150b" providerId="LiveId" clId="{9D0604A3-4239-4E5B-A64C-C4C40C226134}" dt="2026-10-13T05:46:24.452" v="2593" actId="948"/>
          <ac:spMkLst>
            <pc:docMk/>
            <pc:sldMk cId="2351354311" sldId="273"/>
            <ac:spMk id="15" creationId="{8FFE20E3-0644-7097-3EDF-F372F5A6C6C3}"/>
          </ac:spMkLst>
        </pc:spChg>
        <pc:spChg chg="add mod">
          <ac:chgData name="june7rey@yahoo.com" userId="24b80ac2850c150b" providerId="LiveId" clId="{9D0604A3-4239-4E5B-A64C-C4C40C226134}" dt="2026-10-13T05:46:24.468" v="2605" actId="948"/>
          <ac:spMkLst>
            <pc:docMk/>
            <pc:sldMk cId="2351354311" sldId="273"/>
            <ac:spMk id="16" creationId="{D3006736-88BA-0A35-16E0-E258CEC74DAB}"/>
          </ac:spMkLst>
        </pc:spChg>
        <pc:spChg chg="add mod">
          <ac:chgData name="june7rey@yahoo.com" userId="24b80ac2850c150b" providerId="LiveId" clId="{9D0604A3-4239-4E5B-A64C-C4C40C226134}" dt="2026-10-13T05:46:24.468" v="2608"/>
          <ac:spMkLst>
            <pc:docMk/>
            <pc:sldMk cId="2351354311" sldId="273"/>
            <ac:spMk id="17" creationId="{747CCB6A-873F-BF63-37E7-CC5F6564493E}"/>
          </ac:spMkLst>
        </pc:spChg>
        <pc:spChg chg="add mod">
          <ac:chgData name="june7rey@yahoo.com" userId="24b80ac2850c150b" providerId="LiveId" clId="{9D0604A3-4239-4E5B-A64C-C4C40C226134}" dt="2026-10-13T05:46:24.484" v="2620" actId="948"/>
          <ac:spMkLst>
            <pc:docMk/>
            <pc:sldMk cId="2351354311" sldId="273"/>
            <ac:spMk id="18" creationId="{C309962E-B128-6B23-9DF7-35B0B78F29A8}"/>
          </ac:spMkLst>
        </pc:spChg>
        <pc:spChg chg="add mod">
          <ac:chgData name="june7rey@yahoo.com" userId="24b80ac2850c150b" providerId="LiveId" clId="{9D0604A3-4239-4E5B-A64C-C4C40C226134}" dt="2026-10-13T05:46:24.499" v="2632" actId="948"/>
          <ac:spMkLst>
            <pc:docMk/>
            <pc:sldMk cId="2351354311" sldId="273"/>
            <ac:spMk id="19" creationId="{1458155E-1692-FDE1-1328-6DFA56E99EA5}"/>
          </ac:spMkLst>
        </pc:spChg>
        <pc:picChg chg="add mod">
          <ac:chgData name="june7rey@yahoo.com" userId="24b80ac2850c150b" providerId="LiveId" clId="{9D0604A3-4239-4E5B-A64C-C4C40C226134}" dt="2026-10-13T05:46:24.327" v="2545"/>
          <ac:picMkLst>
            <pc:docMk/>
            <pc:sldMk cId="2351354311" sldId="273"/>
            <ac:picMk id="6" creationId="{D881095C-FA11-18A9-EC98-817BFA3D5E26}"/>
          </ac:picMkLst>
        </pc:picChg>
        <pc:picChg chg="add mod">
          <ac:chgData name="june7rey@yahoo.com" userId="24b80ac2850c150b" providerId="LiveId" clId="{9D0604A3-4239-4E5B-A64C-C4C40C226134}" dt="2026-10-13T05:46:24.327" v="2551"/>
          <ac:picMkLst>
            <pc:docMk/>
            <pc:sldMk cId="2351354311" sldId="273"/>
            <ac:picMk id="9" creationId="{3506A43C-FD2F-8DAE-0176-956CEF42E26D}"/>
          </ac:picMkLst>
        </pc:picChg>
        <pc:picChg chg="add mod">
          <ac:chgData name="june7rey@yahoo.com" userId="24b80ac2850c150b" providerId="LiveId" clId="{9D0604A3-4239-4E5B-A64C-C4C40C226134}" dt="2026-10-13T05:46:24.374" v="2581"/>
          <ac:picMkLst>
            <pc:docMk/>
            <pc:sldMk cId="2351354311" sldId="273"/>
            <ac:picMk id="14" creationId="{9A8D8EB7-FE8D-7F31-7447-8F8B5025E01D}"/>
          </ac:picMkLst>
        </pc:picChg>
      </pc:sldChg>
      <pc:sldChg chg="addSp modSp add mod setBg modNotes">
        <pc:chgData name="june7rey@yahoo.com" userId="24b80ac2850c150b" providerId="LiveId" clId="{9D0604A3-4239-4E5B-A64C-C4C40C226134}" dt="2026-10-13T06:05:03.241" v="3272" actId="20577"/>
        <pc:sldMkLst>
          <pc:docMk/>
          <pc:sldMk cId="4124408674" sldId="274"/>
        </pc:sldMkLst>
        <pc:spChg chg="add mod">
          <ac:chgData name="june7rey@yahoo.com" userId="24b80ac2850c150b" providerId="LiveId" clId="{9D0604A3-4239-4E5B-A64C-C4C40C226134}" dt="2026-10-13T05:46:24.515" v="2638"/>
          <ac:spMkLst>
            <pc:docMk/>
            <pc:sldMk cId="4124408674" sldId="274"/>
            <ac:spMk id="2" creationId="{7BE197BD-8888-BA56-B425-C12772AA4962}"/>
          </ac:spMkLst>
        </pc:spChg>
        <pc:spChg chg="add mod">
          <ac:chgData name="june7rey@yahoo.com" userId="24b80ac2850c150b" providerId="LiveId" clId="{9D0604A3-4239-4E5B-A64C-C4C40C226134}" dt="2026-10-13T05:46:24.531" v="2650" actId="948"/>
          <ac:spMkLst>
            <pc:docMk/>
            <pc:sldMk cId="4124408674" sldId="274"/>
            <ac:spMk id="3" creationId="{8C738BBD-5CBB-4514-2404-117A4EB0C07F}"/>
          </ac:spMkLst>
        </pc:spChg>
        <pc:spChg chg="add mod">
          <ac:chgData name="june7rey@yahoo.com" userId="24b80ac2850c150b" providerId="LiveId" clId="{9D0604A3-4239-4E5B-A64C-C4C40C226134}" dt="2026-10-13T05:46:24.547" v="2662" actId="948"/>
          <ac:spMkLst>
            <pc:docMk/>
            <pc:sldMk cId="4124408674" sldId="274"/>
            <ac:spMk id="4" creationId="{4D3CB2AF-4B0F-FB64-3B3B-2D1A5C1013E1}"/>
          </ac:spMkLst>
        </pc:spChg>
        <pc:spChg chg="add mod">
          <ac:chgData name="june7rey@yahoo.com" userId="24b80ac2850c150b" providerId="LiveId" clId="{9D0604A3-4239-4E5B-A64C-C4C40C226134}" dt="2026-10-13T05:46:24.547" v="2668" actId="1582"/>
          <ac:spMkLst>
            <pc:docMk/>
            <pc:sldMk cId="4124408674" sldId="274"/>
            <ac:spMk id="7" creationId="{35D06379-E5B5-9353-5F52-101447C34D71}"/>
          </ac:spMkLst>
        </pc:spChg>
        <pc:spChg chg="add mod">
          <ac:chgData name="june7rey@yahoo.com" userId="24b80ac2850c150b" providerId="LiveId" clId="{9D0604A3-4239-4E5B-A64C-C4C40C226134}" dt="2026-10-13T05:46:24.562" v="2682" actId="948"/>
          <ac:spMkLst>
            <pc:docMk/>
            <pc:sldMk cId="4124408674" sldId="274"/>
            <ac:spMk id="10" creationId="{3C3ACDD7-FCC5-19F2-0E2B-ECCA9C765175}"/>
          </ac:spMkLst>
        </pc:spChg>
        <pc:spChg chg="add mod">
          <ac:chgData name="june7rey@yahoo.com" userId="24b80ac2850c150b" providerId="LiveId" clId="{9D0604A3-4239-4E5B-A64C-C4C40C226134}" dt="2026-10-13T05:46:24.579" v="2694" actId="948"/>
          <ac:spMkLst>
            <pc:docMk/>
            <pc:sldMk cId="4124408674" sldId="274"/>
            <ac:spMk id="11" creationId="{22EDFE9E-9F1E-FE7D-C083-98BFBCE70361}"/>
          </ac:spMkLst>
        </pc:spChg>
        <pc:spChg chg="add mod">
          <ac:chgData name="june7rey@yahoo.com" userId="24b80ac2850c150b" providerId="LiveId" clId="{9D0604A3-4239-4E5B-A64C-C4C40C226134}" dt="2026-10-13T05:46:24.594" v="2698" actId="1582"/>
          <ac:spMkLst>
            <pc:docMk/>
            <pc:sldMk cId="4124408674" sldId="274"/>
            <ac:spMk id="12" creationId="{DE2618E0-8779-410B-C432-2D4AD936D095}"/>
          </ac:spMkLst>
        </pc:spChg>
        <pc:spChg chg="add mod">
          <ac:chgData name="june7rey@yahoo.com" userId="24b80ac2850c150b" providerId="LiveId" clId="{9D0604A3-4239-4E5B-A64C-C4C40C226134}" dt="2026-10-13T05:46:24.609" v="2712" actId="948"/>
          <ac:spMkLst>
            <pc:docMk/>
            <pc:sldMk cId="4124408674" sldId="274"/>
            <ac:spMk id="15" creationId="{D44C69F5-8BCD-85F1-7164-135392B62EC6}"/>
          </ac:spMkLst>
        </pc:spChg>
        <pc:spChg chg="add mod">
          <ac:chgData name="june7rey@yahoo.com" userId="24b80ac2850c150b" providerId="LiveId" clId="{9D0604A3-4239-4E5B-A64C-C4C40C226134}" dt="2026-10-13T05:46:24.625" v="2724" actId="948"/>
          <ac:spMkLst>
            <pc:docMk/>
            <pc:sldMk cId="4124408674" sldId="274"/>
            <ac:spMk id="16" creationId="{4DEF179A-2C1B-143F-8B77-E65072818F76}"/>
          </ac:spMkLst>
        </pc:spChg>
        <pc:spChg chg="add mod">
          <ac:chgData name="june7rey@yahoo.com" userId="24b80ac2850c150b" providerId="LiveId" clId="{9D0604A3-4239-4E5B-A64C-C4C40C226134}" dt="2026-10-13T05:46:24.625" v="2727"/>
          <ac:spMkLst>
            <pc:docMk/>
            <pc:sldMk cId="4124408674" sldId="274"/>
            <ac:spMk id="17" creationId="{DC40F824-9BE6-1B05-7413-71A8272A172F}"/>
          </ac:spMkLst>
        </pc:spChg>
        <pc:spChg chg="add mod">
          <ac:chgData name="june7rey@yahoo.com" userId="24b80ac2850c150b" providerId="LiveId" clId="{9D0604A3-4239-4E5B-A64C-C4C40C226134}" dt="2026-10-13T05:46:24.641" v="2739" actId="948"/>
          <ac:spMkLst>
            <pc:docMk/>
            <pc:sldMk cId="4124408674" sldId="274"/>
            <ac:spMk id="18" creationId="{91FCEE49-7655-722A-8BE0-433A58594BCD}"/>
          </ac:spMkLst>
        </pc:spChg>
        <pc:spChg chg="add mod">
          <ac:chgData name="june7rey@yahoo.com" userId="24b80ac2850c150b" providerId="LiveId" clId="{9D0604A3-4239-4E5B-A64C-C4C40C226134}" dt="2026-10-13T05:46:24.656" v="2751" actId="948"/>
          <ac:spMkLst>
            <pc:docMk/>
            <pc:sldMk cId="4124408674" sldId="274"/>
            <ac:spMk id="19" creationId="{4ECDBFE8-280F-D892-DE8E-EF165BB47FE0}"/>
          </ac:spMkLst>
        </pc:spChg>
        <pc:picChg chg="add mod">
          <ac:chgData name="june7rey@yahoo.com" userId="24b80ac2850c150b" providerId="LiveId" clId="{9D0604A3-4239-4E5B-A64C-C4C40C226134}" dt="2026-10-13T05:46:24.547" v="2664"/>
          <ac:picMkLst>
            <pc:docMk/>
            <pc:sldMk cId="4124408674" sldId="274"/>
            <ac:picMk id="6" creationId="{2902D042-FD36-488D-F648-5FD678CB6DD7}"/>
          </ac:picMkLst>
        </pc:picChg>
        <pc:picChg chg="add mod">
          <ac:chgData name="june7rey@yahoo.com" userId="24b80ac2850c150b" providerId="LiveId" clId="{9D0604A3-4239-4E5B-A64C-C4C40C226134}" dt="2026-10-13T05:46:24.547" v="2670"/>
          <ac:picMkLst>
            <pc:docMk/>
            <pc:sldMk cId="4124408674" sldId="274"/>
            <ac:picMk id="9" creationId="{65392951-4901-53EE-F394-18FBB351D882}"/>
          </ac:picMkLst>
        </pc:picChg>
        <pc:picChg chg="add mod">
          <ac:chgData name="june7rey@yahoo.com" userId="24b80ac2850c150b" providerId="LiveId" clId="{9D0604A3-4239-4E5B-A64C-C4C40C226134}" dt="2026-10-13T05:46:24.594" v="2700"/>
          <ac:picMkLst>
            <pc:docMk/>
            <pc:sldMk cId="4124408674" sldId="274"/>
            <ac:picMk id="14" creationId="{BA28BF01-7DFC-EACC-8AC4-2FB4D5A6099A}"/>
          </ac:picMkLst>
        </pc:picChg>
      </pc:sldChg>
      <pc:sldChg chg="addSp modSp add mod setBg modNotes">
        <pc:chgData name="june7rey@yahoo.com" userId="24b80ac2850c150b" providerId="LiveId" clId="{9D0604A3-4239-4E5B-A64C-C4C40C226134}" dt="2026-10-13T06:05:03.241" v="3273" actId="20577"/>
        <pc:sldMkLst>
          <pc:docMk/>
          <pc:sldMk cId="2555696534" sldId="275"/>
        </pc:sldMkLst>
        <pc:spChg chg="add mod">
          <ac:chgData name="june7rey@yahoo.com" userId="24b80ac2850c150b" providerId="LiveId" clId="{9D0604A3-4239-4E5B-A64C-C4C40C226134}" dt="2026-10-13T05:46:24.656" v="2757"/>
          <ac:spMkLst>
            <pc:docMk/>
            <pc:sldMk cId="2555696534" sldId="275"/>
            <ac:spMk id="2" creationId="{1575D3A0-997A-E2C0-CF5F-153D8CCFB2A8}"/>
          </ac:spMkLst>
        </pc:spChg>
        <pc:spChg chg="add mod">
          <ac:chgData name="june7rey@yahoo.com" userId="24b80ac2850c150b" providerId="LiveId" clId="{9D0604A3-4239-4E5B-A64C-C4C40C226134}" dt="2026-10-13T05:46:24.672" v="2769" actId="948"/>
          <ac:spMkLst>
            <pc:docMk/>
            <pc:sldMk cId="2555696534" sldId="275"/>
            <ac:spMk id="3" creationId="{9995D5DA-DC17-9607-6363-BF7BFDDAEDB3}"/>
          </ac:spMkLst>
        </pc:spChg>
        <pc:spChg chg="add mod">
          <ac:chgData name="june7rey@yahoo.com" userId="24b80ac2850c150b" providerId="LiveId" clId="{9D0604A3-4239-4E5B-A64C-C4C40C226134}" dt="2026-10-13T05:46:24.688" v="2781" actId="948"/>
          <ac:spMkLst>
            <pc:docMk/>
            <pc:sldMk cId="2555696534" sldId="275"/>
            <ac:spMk id="4" creationId="{BC522B7B-D12D-CDF7-5F88-4FFB79E99812}"/>
          </ac:spMkLst>
        </pc:spChg>
        <pc:spChg chg="add mod">
          <ac:chgData name="june7rey@yahoo.com" userId="24b80ac2850c150b" providerId="LiveId" clId="{9D0604A3-4239-4E5B-A64C-C4C40C226134}" dt="2026-10-13T05:46:24.704" v="2787" actId="1582"/>
          <ac:spMkLst>
            <pc:docMk/>
            <pc:sldMk cId="2555696534" sldId="275"/>
            <ac:spMk id="7" creationId="{791AC32F-2D9A-4EFD-F362-867C87374DE7}"/>
          </ac:spMkLst>
        </pc:spChg>
        <pc:spChg chg="add mod">
          <ac:chgData name="june7rey@yahoo.com" userId="24b80ac2850c150b" providerId="LiveId" clId="{9D0604A3-4239-4E5B-A64C-C4C40C226134}" dt="2026-10-13T05:46:24.720" v="2801" actId="948"/>
          <ac:spMkLst>
            <pc:docMk/>
            <pc:sldMk cId="2555696534" sldId="275"/>
            <ac:spMk id="10" creationId="{4ED134A8-C4F5-DE8C-BED1-DF61AC3C35DA}"/>
          </ac:spMkLst>
        </pc:spChg>
        <pc:spChg chg="add mod">
          <ac:chgData name="june7rey@yahoo.com" userId="24b80ac2850c150b" providerId="LiveId" clId="{9D0604A3-4239-4E5B-A64C-C4C40C226134}" dt="2026-10-13T05:46:24.735" v="2813" actId="948"/>
          <ac:spMkLst>
            <pc:docMk/>
            <pc:sldMk cId="2555696534" sldId="275"/>
            <ac:spMk id="11" creationId="{B039FB25-5CFC-12C1-2335-E779D537FBA6}"/>
          </ac:spMkLst>
        </pc:spChg>
        <pc:spChg chg="add mod">
          <ac:chgData name="june7rey@yahoo.com" userId="24b80ac2850c150b" providerId="LiveId" clId="{9D0604A3-4239-4E5B-A64C-C4C40C226134}" dt="2026-10-13T05:46:24.735" v="2817" actId="1582"/>
          <ac:spMkLst>
            <pc:docMk/>
            <pc:sldMk cId="2555696534" sldId="275"/>
            <ac:spMk id="12" creationId="{1EC6895D-3926-EA60-98B4-FF799C0D05D7}"/>
          </ac:spMkLst>
        </pc:spChg>
        <pc:spChg chg="add mod">
          <ac:chgData name="june7rey@yahoo.com" userId="24b80ac2850c150b" providerId="LiveId" clId="{9D0604A3-4239-4E5B-A64C-C4C40C226134}" dt="2026-10-13T05:46:24.767" v="2831" actId="948"/>
          <ac:spMkLst>
            <pc:docMk/>
            <pc:sldMk cId="2555696534" sldId="275"/>
            <ac:spMk id="15" creationId="{6F463F98-E6A8-1180-A3AB-F4CB16DF3D78}"/>
          </ac:spMkLst>
        </pc:spChg>
        <pc:spChg chg="add mod">
          <ac:chgData name="june7rey@yahoo.com" userId="24b80ac2850c150b" providerId="LiveId" clId="{9D0604A3-4239-4E5B-A64C-C4C40C226134}" dt="2026-10-13T05:46:24.782" v="2843" actId="948"/>
          <ac:spMkLst>
            <pc:docMk/>
            <pc:sldMk cId="2555696534" sldId="275"/>
            <ac:spMk id="16" creationId="{B54FACE4-86DE-7067-1E48-A1F7B515A173}"/>
          </ac:spMkLst>
        </pc:spChg>
        <pc:spChg chg="add mod">
          <ac:chgData name="june7rey@yahoo.com" userId="24b80ac2850c150b" providerId="LiveId" clId="{9D0604A3-4239-4E5B-A64C-C4C40C226134}" dt="2026-10-13T05:46:24.782" v="2846"/>
          <ac:spMkLst>
            <pc:docMk/>
            <pc:sldMk cId="2555696534" sldId="275"/>
            <ac:spMk id="17" creationId="{12F5843B-88E0-1345-C7BC-67A9B7F8A3AC}"/>
          </ac:spMkLst>
        </pc:spChg>
        <pc:spChg chg="add mod">
          <ac:chgData name="june7rey@yahoo.com" userId="24b80ac2850c150b" providerId="LiveId" clId="{9D0604A3-4239-4E5B-A64C-C4C40C226134}" dt="2026-10-13T05:46:24.798" v="2858" actId="948"/>
          <ac:spMkLst>
            <pc:docMk/>
            <pc:sldMk cId="2555696534" sldId="275"/>
            <ac:spMk id="18" creationId="{838212C0-E05B-62F5-424A-C3B0333381EB}"/>
          </ac:spMkLst>
        </pc:spChg>
        <pc:spChg chg="add mod">
          <ac:chgData name="june7rey@yahoo.com" userId="24b80ac2850c150b" providerId="LiveId" clId="{9D0604A3-4239-4E5B-A64C-C4C40C226134}" dt="2026-10-13T05:46:24.814" v="2870" actId="948"/>
          <ac:spMkLst>
            <pc:docMk/>
            <pc:sldMk cId="2555696534" sldId="275"/>
            <ac:spMk id="19" creationId="{9660B880-9C5F-C3D0-7873-B4A046593E49}"/>
          </ac:spMkLst>
        </pc:spChg>
        <pc:picChg chg="add mod">
          <ac:chgData name="june7rey@yahoo.com" userId="24b80ac2850c150b" providerId="LiveId" clId="{9D0604A3-4239-4E5B-A64C-C4C40C226134}" dt="2026-10-13T05:46:24.688" v="2783"/>
          <ac:picMkLst>
            <pc:docMk/>
            <pc:sldMk cId="2555696534" sldId="275"/>
            <ac:picMk id="6" creationId="{C50CFB94-69A8-C0D7-5993-887ECD64100B}"/>
          </ac:picMkLst>
        </pc:picChg>
        <pc:picChg chg="add mod">
          <ac:chgData name="june7rey@yahoo.com" userId="24b80ac2850c150b" providerId="LiveId" clId="{9D0604A3-4239-4E5B-A64C-C4C40C226134}" dt="2026-10-13T05:46:24.704" v="2789"/>
          <ac:picMkLst>
            <pc:docMk/>
            <pc:sldMk cId="2555696534" sldId="275"/>
            <ac:picMk id="9" creationId="{7B38A8F1-09A9-EA2B-53A5-9D9B2768B3B9}"/>
          </ac:picMkLst>
        </pc:picChg>
        <pc:picChg chg="add mod">
          <ac:chgData name="june7rey@yahoo.com" userId="24b80ac2850c150b" providerId="LiveId" clId="{9D0604A3-4239-4E5B-A64C-C4C40C226134}" dt="2026-10-13T05:46:24.735" v="2819"/>
          <ac:picMkLst>
            <pc:docMk/>
            <pc:sldMk cId="2555696534" sldId="275"/>
            <ac:picMk id="14" creationId="{9355416D-FADA-A375-B434-60129104AC0F}"/>
          </ac:picMkLst>
        </pc:picChg>
      </pc:sldChg>
      <pc:sldChg chg="addSp modSp add mod setBg modNotes">
        <pc:chgData name="june7rey@yahoo.com" userId="24b80ac2850c150b" providerId="LiveId" clId="{9D0604A3-4239-4E5B-A64C-C4C40C226134}" dt="2026-10-13T06:05:03.257" v="3274" actId="20577"/>
        <pc:sldMkLst>
          <pc:docMk/>
          <pc:sldMk cId="942241889" sldId="276"/>
        </pc:sldMkLst>
        <pc:spChg chg="add mod">
          <ac:chgData name="june7rey@yahoo.com" userId="24b80ac2850c150b" providerId="LiveId" clId="{9D0604A3-4239-4E5B-A64C-C4C40C226134}" dt="2026-10-13T05:46:24.814" v="2876"/>
          <ac:spMkLst>
            <pc:docMk/>
            <pc:sldMk cId="942241889" sldId="276"/>
            <ac:spMk id="2" creationId="{F56AAA85-9B79-FF17-2D6C-469F660A43E2}"/>
          </ac:spMkLst>
        </pc:spChg>
        <pc:spChg chg="add mod">
          <ac:chgData name="june7rey@yahoo.com" userId="24b80ac2850c150b" providerId="LiveId" clId="{9D0604A3-4239-4E5B-A64C-C4C40C226134}" dt="2026-10-13T05:46:24.830" v="2888" actId="948"/>
          <ac:spMkLst>
            <pc:docMk/>
            <pc:sldMk cId="942241889" sldId="276"/>
            <ac:spMk id="3" creationId="{2922809E-B875-8F02-B21C-458B38165FF9}"/>
          </ac:spMkLst>
        </pc:spChg>
        <pc:spChg chg="add mod">
          <ac:chgData name="june7rey@yahoo.com" userId="24b80ac2850c150b" providerId="LiveId" clId="{9D0604A3-4239-4E5B-A64C-C4C40C226134}" dt="2026-10-13T05:46:24.845" v="2900" actId="948"/>
          <ac:spMkLst>
            <pc:docMk/>
            <pc:sldMk cId="942241889" sldId="276"/>
            <ac:spMk id="4" creationId="{8DEE2CBC-D4CB-ADE9-9206-A3C795A08BB4}"/>
          </ac:spMkLst>
        </pc:spChg>
        <pc:spChg chg="add mod">
          <ac:chgData name="june7rey@yahoo.com" userId="24b80ac2850c150b" providerId="LiveId" clId="{9D0604A3-4239-4E5B-A64C-C4C40C226134}" dt="2026-10-13T05:46:24.861" v="2906" actId="1582"/>
          <ac:spMkLst>
            <pc:docMk/>
            <pc:sldMk cId="942241889" sldId="276"/>
            <ac:spMk id="7" creationId="{0C73ED49-ABD8-96F6-2D33-5DCCD9C9ACF2}"/>
          </ac:spMkLst>
        </pc:spChg>
        <pc:spChg chg="add mod">
          <ac:chgData name="june7rey@yahoo.com" userId="24b80ac2850c150b" providerId="LiveId" clId="{9D0604A3-4239-4E5B-A64C-C4C40C226134}" dt="2026-10-13T05:46:24.877" v="2920" actId="948"/>
          <ac:spMkLst>
            <pc:docMk/>
            <pc:sldMk cId="942241889" sldId="276"/>
            <ac:spMk id="10" creationId="{F5FEAB16-706B-784E-D434-60E549AEB5BF}"/>
          </ac:spMkLst>
        </pc:spChg>
        <pc:spChg chg="add mod">
          <ac:chgData name="june7rey@yahoo.com" userId="24b80ac2850c150b" providerId="LiveId" clId="{9D0604A3-4239-4E5B-A64C-C4C40C226134}" dt="2026-10-13T05:46:24.893" v="2932" actId="948"/>
          <ac:spMkLst>
            <pc:docMk/>
            <pc:sldMk cId="942241889" sldId="276"/>
            <ac:spMk id="11" creationId="{16B01E91-CF74-B395-09FA-08C11AF9492F}"/>
          </ac:spMkLst>
        </pc:spChg>
        <pc:spChg chg="add mod">
          <ac:chgData name="june7rey@yahoo.com" userId="24b80ac2850c150b" providerId="LiveId" clId="{9D0604A3-4239-4E5B-A64C-C4C40C226134}" dt="2026-10-13T05:46:24.893" v="2936" actId="1582"/>
          <ac:spMkLst>
            <pc:docMk/>
            <pc:sldMk cId="942241889" sldId="276"/>
            <ac:spMk id="12" creationId="{721C5CA7-DDDD-01F3-B530-8D8426ADFF28}"/>
          </ac:spMkLst>
        </pc:spChg>
        <pc:spChg chg="add mod">
          <ac:chgData name="june7rey@yahoo.com" userId="24b80ac2850c150b" providerId="LiveId" clId="{9D0604A3-4239-4E5B-A64C-C4C40C226134}" dt="2026-10-13T05:46:24.908" v="2950" actId="948"/>
          <ac:spMkLst>
            <pc:docMk/>
            <pc:sldMk cId="942241889" sldId="276"/>
            <ac:spMk id="15" creationId="{DC6E8954-E628-D297-CCC6-D977268E5638}"/>
          </ac:spMkLst>
        </pc:spChg>
        <pc:spChg chg="add mod">
          <ac:chgData name="june7rey@yahoo.com" userId="24b80ac2850c150b" providerId="LiveId" clId="{9D0604A3-4239-4E5B-A64C-C4C40C226134}" dt="2026-10-13T05:46:24.924" v="2962" actId="948"/>
          <ac:spMkLst>
            <pc:docMk/>
            <pc:sldMk cId="942241889" sldId="276"/>
            <ac:spMk id="16" creationId="{5D631F1E-629E-9756-12AD-D50C2C276EC1}"/>
          </ac:spMkLst>
        </pc:spChg>
        <pc:spChg chg="add mod">
          <ac:chgData name="june7rey@yahoo.com" userId="24b80ac2850c150b" providerId="LiveId" clId="{9D0604A3-4239-4E5B-A64C-C4C40C226134}" dt="2026-10-13T05:46:24.924" v="2965"/>
          <ac:spMkLst>
            <pc:docMk/>
            <pc:sldMk cId="942241889" sldId="276"/>
            <ac:spMk id="17" creationId="{128F1A4C-5472-7A54-4840-AC346B83F28D}"/>
          </ac:spMkLst>
        </pc:spChg>
        <pc:spChg chg="add mod">
          <ac:chgData name="june7rey@yahoo.com" userId="24b80ac2850c150b" providerId="LiveId" clId="{9D0604A3-4239-4E5B-A64C-C4C40C226134}" dt="2026-10-13T05:46:24.946" v="2977" actId="948"/>
          <ac:spMkLst>
            <pc:docMk/>
            <pc:sldMk cId="942241889" sldId="276"/>
            <ac:spMk id="18" creationId="{0DD0FE12-C698-1559-A04F-A4F0E59C2D4B}"/>
          </ac:spMkLst>
        </pc:spChg>
        <pc:spChg chg="add mod">
          <ac:chgData name="june7rey@yahoo.com" userId="24b80ac2850c150b" providerId="LiveId" clId="{9D0604A3-4239-4E5B-A64C-C4C40C226134}" dt="2026-10-13T05:46:24.956" v="2989" actId="948"/>
          <ac:spMkLst>
            <pc:docMk/>
            <pc:sldMk cId="942241889" sldId="276"/>
            <ac:spMk id="19" creationId="{B2836349-EB10-283F-3491-C8B6315142FE}"/>
          </ac:spMkLst>
        </pc:spChg>
        <pc:picChg chg="add mod">
          <ac:chgData name="june7rey@yahoo.com" userId="24b80ac2850c150b" providerId="LiveId" clId="{9D0604A3-4239-4E5B-A64C-C4C40C226134}" dt="2026-10-13T05:46:24.845" v="2902"/>
          <ac:picMkLst>
            <pc:docMk/>
            <pc:sldMk cId="942241889" sldId="276"/>
            <ac:picMk id="6" creationId="{45688F98-ACBF-E578-C247-FBF251F865A9}"/>
          </ac:picMkLst>
        </pc:picChg>
        <pc:picChg chg="add mod">
          <ac:chgData name="june7rey@yahoo.com" userId="24b80ac2850c150b" providerId="LiveId" clId="{9D0604A3-4239-4E5B-A64C-C4C40C226134}" dt="2026-10-13T05:46:24.861" v="2908"/>
          <ac:picMkLst>
            <pc:docMk/>
            <pc:sldMk cId="942241889" sldId="276"/>
            <ac:picMk id="9" creationId="{D382166C-D6F9-BFD4-49D7-5F23B9086BB4}"/>
          </ac:picMkLst>
        </pc:picChg>
        <pc:picChg chg="add mod">
          <ac:chgData name="june7rey@yahoo.com" userId="24b80ac2850c150b" providerId="LiveId" clId="{9D0604A3-4239-4E5B-A64C-C4C40C226134}" dt="2026-10-13T05:46:24.893" v="2938"/>
          <ac:picMkLst>
            <pc:docMk/>
            <pc:sldMk cId="942241889" sldId="276"/>
            <ac:picMk id="14" creationId="{4EDE5429-889A-A35F-AA79-BC212C253FCD}"/>
          </ac:picMkLst>
        </pc:picChg>
      </pc:sldChg>
      <pc:sldChg chg="addSp modSp add mod setBg modNotes">
        <pc:chgData name="june7rey@yahoo.com" userId="24b80ac2850c150b" providerId="LiveId" clId="{9D0604A3-4239-4E5B-A64C-C4C40C226134}" dt="2026-10-13T06:05:03.273" v="3275" actId="20577"/>
        <pc:sldMkLst>
          <pc:docMk/>
          <pc:sldMk cId="3282120801" sldId="277"/>
        </pc:sldMkLst>
        <pc:spChg chg="add mod">
          <ac:chgData name="june7rey@yahoo.com" userId="24b80ac2850c150b" providerId="LiveId" clId="{9D0604A3-4239-4E5B-A64C-C4C40C226134}" dt="2026-10-13T05:49:30.345" v="2995"/>
          <ac:spMkLst>
            <pc:docMk/>
            <pc:sldMk cId="3282120801" sldId="277"/>
            <ac:spMk id="2" creationId="{713D89DB-C05E-A047-5BD4-CE054F7753D9}"/>
          </ac:spMkLst>
        </pc:spChg>
        <pc:spChg chg="add mod">
          <ac:chgData name="june7rey@yahoo.com" userId="24b80ac2850c150b" providerId="LiveId" clId="{9D0604A3-4239-4E5B-A64C-C4C40C226134}" dt="2026-10-13T05:49:30.425" v="3006" actId="207"/>
          <ac:spMkLst>
            <pc:docMk/>
            <pc:sldMk cId="3282120801" sldId="277"/>
            <ac:spMk id="3" creationId="{4ED4AB88-ACE6-4C6B-80CF-4C5DFC9079D9}"/>
          </ac:spMkLst>
        </pc:spChg>
        <pc:spChg chg="add mod">
          <ac:chgData name="june7rey@yahoo.com" userId="24b80ac2850c150b" providerId="LiveId" clId="{9D0604A3-4239-4E5B-A64C-C4C40C226134}" dt="2026-10-13T05:49:30.441" v="3017" actId="207"/>
          <ac:spMkLst>
            <pc:docMk/>
            <pc:sldMk cId="3282120801" sldId="277"/>
            <ac:spMk id="4" creationId="{3E799E31-5BAA-575E-FBFC-14F1630FD3DB}"/>
          </ac:spMkLst>
        </pc:spChg>
        <pc:spChg chg="add mod">
          <ac:chgData name="june7rey@yahoo.com" userId="24b80ac2850c150b" providerId="LiveId" clId="{9D0604A3-4239-4E5B-A64C-C4C40C226134}" dt="2026-10-13T05:49:30.472" v="3023" actId="1582"/>
          <ac:spMkLst>
            <pc:docMk/>
            <pc:sldMk cId="3282120801" sldId="277"/>
            <ac:spMk id="7" creationId="{9CD8DBFA-EC31-17E6-7CAF-DC954D9EBF80}"/>
          </ac:spMkLst>
        </pc:spChg>
        <pc:spChg chg="add mod">
          <ac:chgData name="june7rey@yahoo.com" userId="24b80ac2850c150b" providerId="LiveId" clId="{9D0604A3-4239-4E5B-A64C-C4C40C226134}" dt="2026-10-13T05:49:30.488" v="3036" actId="207"/>
          <ac:spMkLst>
            <pc:docMk/>
            <pc:sldMk cId="3282120801" sldId="277"/>
            <ac:spMk id="10" creationId="{1686E7F4-1239-39B0-FAFA-58A8CBB19233}"/>
          </ac:spMkLst>
        </pc:spChg>
        <pc:spChg chg="add mod">
          <ac:chgData name="june7rey@yahoo.com" userId="24b80ac2850c150b" providerId="LiveId" clId="{9D0604A3-4239-4E5B-A64C-C4C40C226134}" dt="2026-10-13T05:49:30.504" v="3039" actId="208"/>
          <ac:spMkLst>
            <pc:docMk/>
            <pc:sldMk cId="3282120801" sldId="277"/>
            <ac:spMk id="11" creationId="{43DA16AE-875E-B6DE-0191-C8C10CED64E3}"/>
          </ac:spMkLst>
        </pc:spChg>
        <pc:spChg chg="add mod">
          <ac:chgData name="june7rey@yahoo.com" userId="24b80ac2850c150b" providerId="LiveId" clId="{9D0604A3-4239-4E5B-A64C-C4C40C226134}" dt="2026-10-13T05:49:30.519" v="3050" actId="207"/>
          <ac:spMkLst>
            <pc:docMk/>
            <pc:sldMk cId="3282120801" sldId="277"/>
            <ac:spMk id="12" creationId="{6C3B5D95-D3F3-FE26-B6B4-B3B54C3CA5C5}"/>
          </ac:spMkLst>
        </pc:spChg>
        <pc:spChg chg="add mod">
          <ac:chgData name="june7rey@yahoo.com" userId="24b80ac2850c150b" providerId="LiveId" clId="{9D0604A3-4239-4E5B-A64C-C4C40C226134}" dt="2026-10-13T05:49:30.535" v="3061" actId="207"/>
          <ac:spMkLst>
            <pc:docMk/>
            <pc:sldMk cId="3282120801" sldId="277"/>
            <ac:spMk id="13" creationId="{1F23243A-ACD0-276E-59FB-1A68A74749E1}"/>
          </ac:spMkLst>
        </pc:spChg>
        <pc:spChg chg="add mod">
          <ac:chgData name="june7rey@yahoo.com" userId="24b80ac2850c150b" providerId="LiveId" clId="{9D0604A3-4239-4E5B-A64C-C4C40C226134}" dt="2026-10-13T05:49:30.535" v="3064" actId="208"/>
          <ac:spMkLst>
            <pc:docMk/>
            <pc:sldMk cId="3282120801" sldId="277"/>
            <ac:spMk id="14" creationId="{368A2FF5-8B4E-BCA9-2AAE-EBBC47EC49BA}"/>
          </ac:spMkLst>
        </pc:spChg>
        <pc:spChg chg="add mod">
          <ac:chgData name="june7rey@yahoo.com" userId="24b80ac2850c150b" providerId="LiveId" clId="{9D0604A3-4239-4E5B-A64C-C4C40C226134}" dt="2026-10-13T05:49:30.551" v="3075" actId="207"/>
          <ac:spMkLst>
            <pc:docMk/>
            <pc:sldMk cId="3282120801" sldId="277"/>
            <ac:spMk id="15" creationId="{8717BA0D-9C99-0BAA-F435-3DD5FB197269}"/>
          </ac:spMkLst>
        </pc:spChg>
        <pc:spChg chg="add mod">
          <ac:chgData name="june7rey@yahoo.com" userId="24b80ac2850c150b" providerId="LiveId" clId="{9D0604A3-4239-4E5B-A64C-C4C40C226134}" dt="2026-10-13T05:49:30.567" v="3086" actId="207"/>
          <ac:spMkLst>
            <pc:docMk/>
            <pc:sldMk cId="3282120801" sldId="277"/>
            <ac:spMk id="16" creationId="{D62A50A0-0483-3EAD-53BC-FFD4E5BE3D94}"/>
          </ac:spMkLst>
        </pc:spChg>
        <pc:spChg chg="add mod">
          <ac:chgData name="june7rey@yahoo.com" userId="24b80ac2850c150b" providerId="LiveId" clId="{9D0604A3-4239-4E5B-A64C-C4C40C226134}" dt="2026-10-13T05:49:30.567" v="3089" actId="208"/>
          <ac:spMkLst>
            <pc:docMk/>
            <pc:sldMk cId="3282120801" sldId="277"/>
            <ac:spMk id="17" creationId="{B6D8DE1F-BA32-193D-6976-44F1BBA8EE79}"/>
          </ac:spMkLst>
        </pc:spChg>
        <pc:spChg chg="add mod">
          <ac:chgData name="june7rey@yahoo.com" userId="24b80ac2850c150b" providerId="LiveId" clId="{9D0604A3-4239-4E5B-A64C-C4C40C226134}" dt="2026-10-13T05:49:30.582" v="3100" actId="207"/>
          <ac:spMkLst>
            <pc:docMk/>
            <pc:sldMk cId="3282120801" sldId="277"/>
            <ac:spMk id="18" creationId="{4121D272-1AAB-5F64-4957-7798CB8F6F85}"/>
          </ac:spMkLst>
        </pc:spChg>
        <pc:spChg chg="add mod">
          <ac:chgData name="june7rey@yahoo.com" userId="24b80ac2850c150b" providerId="LiveId" clId="{9D0604A3-4239-4E5B-A64C-C4C40C226134}" dt="2026-10-13T05:49:30.598" v="3111" actId="207"/>
          <ac:spMkLst>
            <pc:docMk/>
            <pc:sldMk cId="3282120801" sldId="277"/>
            <ac:spMk id="19" creationId="{5EF913EB-3342-6F60-1E56-432257C93CB1}"/>
          </ac:spMkLst>
        </pc:spChg>
        <pc:spChg chg="add mod">
          <ac:chgData name="june7rey@yahoo.com" userId="24b80ac2850c150b" providerId="LiveId" clId="{9D0604A3-4239-4E5B-A64C-C4C40C226134}" dt="2026-10-13T05:49:30.598" v="3114" actId="208"/>
          <ac:spMkLst>
            <pc:docMk/>
            <pc:sldMk cId="3282120801" sldId="277"/>
            <ac:spMk id="20" creationId="{2A9AA09D-E132-171D-E260-047CE883236C}"/>
          </ac:spMkLst>
        </pc:spChg>
        <pc:spChg chg="add mod">
          <ac:chgData name="june7rey@yahoo.com" userId="24b80ac2850c150b" providerId="LiveId" clId="{9D0604A3-4239-4E5B-A64C-C4C40C226134}" dt="2026-10-13T05:49:30.614" v="3125" actId="207"/>
          <ac:spMkLst>
            <pc:docMk/>
            <pc:sldMk cId="3282120801" sldId="277"/>
            <ac:spMk id="21" creationId="{19DFF0E1-6959-DB16-75F2-609A047D59AF}"/>
          </ac:spMkLst>
        </pc:spChg>
        <pc:spChg chg="add mod">
          <ac:chgData name="june7rey@yahoo.com" userId="24b80ac2850c150b" providerId="LiveId" clId="{9D0604A3-4239-4E5B-A64C-C4C40C226134}" dt="2026-10-13T05:49:30.630" v="3136" actId="207"/>
          <ac:spMkLst>
            <pc:docMk/>
            <pc:sldMk cId="3282120801" sldId="277"/>
            <ac:spMk id="22" creationId="{685588E1-8238-1B54-61C9-B3A74B880AAB}"/>
          </ac:spMkLst>
        </pc:spChg>
        <pc:spChg chg="add mod">
          <ac:chgData name="june7rey@yahoo.com" userId="24b80ac2850c150b" providerId="LiveId" clId="{9D0604A3-4239-4E5B-A64C-C4C40C226134}" dt="2026-10-13T05:49:30.649" v="3147" actId="207"/>
          <ac:spMkLst>
            <pc:docMk/>
            <pc:sldMk cId="3282120801" sldId="277"/>
            <ac:spMk id="23" creationId="{A5282F4F-95FE-06FA-3F5D-3DCC6383658C}"/>
          </ac:spMkLst>
        </pc:spChg>
        <pc:spChg chg="add mod">
          <ac:chgData name="june7rey@yahoo.com" userId="24b80ac2850c150b" providerId="LiveId" clId="{9D0604A3-4239-4E5B-A64C-C4C40C226134}" dt="2026-10-13T05:49:30.661" v="3150"/>
          <ac:spMkLst>
            <pc:docMk/>
            <pc:sldMk cId="3282120801" sldId="277"/>
            <ac:spMk id="24" creationId="{23653FA9-91A3-37F6-9BE8-B449717F4FB2}"/>
          </ac:spMkLst>
        </pc:spChg>
        <pc:spChg chg="add mod">
          <ac:chgData name="june7rey@yahoo.com" userId="24b80ac2850c150b" providerId="LiveId" clId="{9D0604A3-4239-4E5B-A64C-C4C40C226134}" dt="2026-10-13T05:49:30.677" v="3161" actId="207"/>
          <ac:spMkLst>
            <pc:docMk/>
            <pc:sldMk cId="3282120801" sldId="277"/>
            <ac:spMk id="25" creationId="{A680DD0D-9F0B-60A7-4AA2-EA877EA2FFE9}"/>
          </ac:spMkLst>
        </pc:spChg>
        <pc:spChg chg="add mod">
          <ac:chgData name="june7rey@yahoo.com" userId="24b80ac2850c150b" providerId="LiveId" clId="{9D0604A3-4239-4E5B-A64C-C4C40C226134}" dt="2026-10-13T05:49:30.693" v="3172" actId="207"/>
          <ac:spMkLst>
            <pc:docMk/>
            <pc:sldMk cId="3282120801" sldId="277"/>
            <ac:spMk id="26" creationId="{B9B7AC72-B787-2326-864A-3BD89799CC0B}"/>
          </ac:spMkLst>
        </pc:spChg>
        <pc:picChg chg="add mod">
          <ac:chgData name="june7rey@yahoo.com" userId="24b80ac2850c150b" providerId="LiveId" clId="{9D0604A3-4239-4E5B-A64C-C4C40C226134}" dt="2026-10-13T05:49:30.456" v="3019"/>
          <ac:picMkLst>
            <pc:docMk/>
            <pc:sldMk cId="3282120801" sldId="277"/>
            <ac:picMk id="6" creationId="{0DE42C1D-B87A-90DB-5E80-64103C649B02}"/>
          </ac:picMkLst>
        </pc:picChg>
        <pc:picChg chg="add mod">
          <ac:chgData name="june7rey@yahoo.com" userId="24b80ac2850c150b" providerId="LiveId" clId="{9D0604A3-4239-4E5B-A64C-C4C40C226134}" dt="2026-10-13T05:49:30.472" v="3025"/>
          <ac:picMkLst>
            <pc:docMk/>
            <pc:sldMk cId="3282120801" sldId="277"/>
            <ac:picMk id="9" creationId="{0AA5DCB2-0F69-4D49-3074-C7434AACDA7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4D63-0974-43C2-830C-97DDC99F1BCA}" type="datetimeFigureOut">
              <a:rPr lang="en-PH" smtClean="0"/>
              <a:t>13/10/2026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A14169-6C43-4EAA-9697-B90F8946009A}" type="slidenum">
              <a:rPr lang="en-PH" smtClean="0"/>
              <a:t>‹#›</a:t>
            </a:fld>
            <a:endParaRPr lang="en-PH"/>
          </a:p>
        </p:txBody>
      </p:sp>
    </p:spTree>
    <p:extLst>
      <p:ext uri="{BB962C8B-B14F-4D97-AF65-F5344CB8AC3E}">
        <p14:creationId xmlns:p14="http://schemas.microsoft.com/office/powerpoint/2010/main" val="51050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presentation as a guide to the CLO Document Tracking System. It covers the end-to-end document lifecycle, user roles, supporting account processes, and the actual system pages.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Good morning or afternoon. Today I will present the complete workflow of the City Legal Office Document Tracking System, or CLO DTS. We will follow how a document enters the office, gets assigned and processed, moves between recipients, and is tracked and archived. I will also cover the roles and supporting system features that help protect and manage that work.</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a:t>
            </a:fld>
            <a:endParaRPr lang="en-PH"/>
          </a:p>
        </p:txBody>
      </p:sp>
    </p:spTree>
    <p:extLst>
      <p:ext uri="{BB962C8B-B14F-4D97-AF65-F5344CB8AC3E}">
        <p14:creationId xmlns:p14="http://schemas.microsoft.com/office/powerpoint/2010/main" val="984450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main lifecycle from intake and registration through assignment, review, routing, tracking, and archive. Account access, confidentiality requests, notifications, and administration support the document flow..</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These are actual screens from the CLO system. The sign-in page is where staff access their account, and the registration page allows a staff member to request an account. A new staff account remains pending until an administrator reviews and approves it. The screenshots show the interface without submitting personal information.</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2</a:t>
            </a:fld>
            <a:endParaRPr lang="en-PH"/>
          </a:p>
        </p:txBody>
      </p:sp>
    </p:spTree>
    <p:extLst>
      <p:ext uri="{BB962C8B-B14F-4D97-AF65-F5344CB8AC3E}">
        <p14:creationId xmlns:p14="http://schemas.microsoft.com/office/powerpoint/2010/main" val="3010649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usual responsibilities of each role. Page access can be changed by an administrator, while document assignment and confidentiality rules still apply.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The main document path begins with intake, followed by registration, assignment, review, routing, tracking, and archive. Some documents may pass through several review and routing cycles before work is complete. Account approval, access requests, notifications, reports, and audit records support this main lifecycle.</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3</a:t>
            </a:fld>
            <a:endParaRPr lang="en-PH"/>
          </a:p>
        </p:txBody>
      </p:sp>
    </p:spTree>
    <p:extLst>
      <p:ext uri="{BB962C8B-B14F-4D97-AF65-F5344CB8AC3E}">
        <p14:creationId xmlns:p14="http://schemas.microsoft.com/office/powerpoint/2010/main" val="2556514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Incoming staff register documents in Document Management or use the spreadsheet import workflow. Record complete metadata, classify the document, assign it when known, and keep the generated tracking number.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Each role has a different responsibility. Incoming staff handle intake and may import spreadsheet records; outgoing staff coordinate outbound routing; legal staff and the city attorney process assigned legal work; and records officers monitor records and archive tasks. Administrators manage users and configuration, while document viewers have viewing access as granted. The exact pages available to a role can be configured, and assignment and confidentiality rules still apply.</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4</a:t>
            </a:fld>
            <a:endParaRPr lang="en-PH"/>
          </a:p>
        </p:txBody>
      </p:sp>
    </p:spTree>
    <p:extLst>
      <p:ext uri="{BB962C8B-B14F-4D97-AF65-F5344CB8AC3E}">
        <p14:creationId xmlns:p14="http://schemas.microsoft.com/office/powerpoint/2010/main" val="1602483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authorized user assigns a document to staff. The recipient accepts a pending assignment, reviews the document, records work, and continues or routes it when permitted.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For a new document, an authorized user records its title, type, originating and current department, priority, confidentiality, and relevant dates. The user assigns a staff member when appropriate, uploads the file, and submits the record. The system generates a tracking number, which should be kept for follow-up. Incoming staff may also import an Excel workbook: first preview and correct its rows, then confirm the import and verify the resulting records. The import limit is 500 rows and 10 megabytes per workbook.</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5</a:t>
            </a:fld>
            <a:endParaRPr lang="en-PH"/>
          </a:p>
        </p:txBody>
      </p:sp>
    </p:spTree>
    <p:extLst>
      <p:ext uri="{BB962C8B-B14F-4D97-AF65-F5344CB8AC3E}">
        <p14:creationId xmlns:p14="http://schemas.microsoft.com/office/powerpoint/2010/main" val="1942395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internal and outbound route paths. A route records destination, recipient, remarks, and any due date. The receiving system user confirms receipt; an external recipient without an account cannot acknowledge inside DTS.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After registration, an authorized user assigns the document to a staff member. If the assignment is awaiting acceptance, the recipient accepts it in the system. The assignee then reviews the file and document details, records the required work, and continues processing. When an updated file is needed, upload a new version rather than replacing a file unnecessarily so the document history remains useful.</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6</a:t>
            </a:fld>
            <a:endParaRPr lang="en-PH"/>
          </a:p>
        </p:txBody>
      </p:sp>
    </p:spTree>
    <p:extLst>
      <p:ext uri="{BB962C8B-B14F-4D97-AF65-F5344CB8AC3E}">
        <p14:creationId xmlns:p14="http://schemas.microsoft.com/office/powerpoint/2010/main" val="2700158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seeing a document record is different from opening its file. Users may request access to a restricted file; the current assignee reviews the request. Routing alone does not grant access. Actual file access also depends on the document classification and current system rules.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When work needs to move to another recipient, an authorized user creates a route, chooses a destination and recipient, adds remarks, and sets a due date when needed. The route initially appears as pending, and the intended system recipient is notified. That recipient opens the routing page and confirms receipt, which records the received time and movement history. Administrators and outgoing staff can route beyond CLO; other routing roles are restricted to a CLO recipient. An external recipient without a DTS account cannot acknowledge receipt in the application, so use the office's separate delivery record.</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7</a:t>
            </a:fld>
            <a:endParaRPr lang="en-PH"/>
          </a:p>
        </p:txBody>
      </p:sp>
    </p:spTree>
    <p:extLst>
      <p:ext uri="{BB962C8B-B14F-4D97-AF65-F5344CB8AC3E}">
        <p14:creationId xmlns:p14="http://schemas.microsoft.com/office/powerpoint/2010/main" val="2331470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tracking and pending queues to monitor work. Reports summarize available records, and authorized staff can archive completed records. Restoring an archived document returns it to Received for further processing.</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It is important to distinguish seeing a document record from opening its actual file. When a user cannot open a restricted file, they may submit an access request. The current assignee reviews the request and can grant or reject it; granted access may later be revoked. A requester may cancel their own request, and an administrator can monitor requests and cancel them. Routing alone does not grant file access, and the system uses the confidentiality classification stored on each document.</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8</a:t>
            </a:fld>
            <a:endParaRPr lang="en-PH"/>
          </a:p>
        </p:txBody>
      </p:sp>
    </p:spTree>
    <p:extLst>
      <p:ext uri="{BB962C8B-B14F-4D97-AF65-F5344CB8AC3E}">
        <p14:creationId xmlns:p14="http://schemas.microsoft.com/office/powerpoint/2010/main" val="4176823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registration remains pending until an administrator reviews and activates the account. Administrators also maintain roles, departments, document types, and system settings.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Users can search by tracking number to check status, current department and assignee, dates, and movement history, subject to visibility rules. Pending Documents provides a daily queue for work that needs action, including overdue items. Reports summarize the records available for a selected period, and Incoming staff can print tracking slips. When a document is complete under office policy, an authorized user can archive it. If it needs further work later, an authorized user can restore it; the restored status is Received.</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9</a:t>
            </a:fld>
            <a:endParaRPr lang="en-PH"/>
          </a:p>
        </p:txBody>
      </p:sp>
    </p:spTree>
    <p:extLst>
      <p:ext uri="{BB962C8B-B14F-4D97-AF65-F5344CB8AC3E}">
        <p14:creationId xmlns:p14="http://schemas.microsoft.com/office/powerpoint/2010/main" val="925727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Notifications help users find routes, assignment work, access requests, and account approvals. Messages support one-to-one communication; session timeout helps protect unattended accounts.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The account process begins when a staff member submits registration details. The account remains pending until an administrator reviews and activates it. Administrators can also edit or deactivate accounts and manage role access, departments, document types, retention settings, and office information. Staff can update their own profile and recovery answers. Regular staff can use the password-recovery process; administrator accounts require manual assistance.</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10</a:t>
            </a:fld>
            <a:endParaRPr lang="en-PH"/>
          </a:p>
        </p:txBody>
      </p:sp>
    </p:spTree>
    <p:extLst>
      <p:ext uri="{BB962C8B-B14F-4D97-AF65-F5344CB8AC3E}">
        <p14:creationId xmlns:p14="http://schemas.microsoft.com/office/powerpoint/2010/main" val="2837381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these operational boundaries: file confidentiality follows the stored classification; external recipients have no in-app acknowledgement; route receipt is recorded, but unsupported completed/returned transitions should not be assumed; restore sets status to Received.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The notification bell helps users find work that needs attention. Depending on the user's role and relationship to a record, notifications may relate to new routes, route receipts, assignments, access requests, or account approvals. Records officers can use the pending queue to check new work and due dates. Legal staff should review assigned documents and notifications, while administrators should monitor account approvals, role assignments, audit activity, and settings. A notification is a prompt; users should open the related page to complete the action.</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11</a:t>
            </a:fld>
            <a:endParaRPr lang="en-PH"/>
          </a:p>
        </p:txBody>
      </p:sp>
    </p:spTree>
    <p:extLst>
      <p:ext uri="{BB962C8B-B14F-4D97-AF65-F5344CB8AC3E}">
        <p14:creationId xmlns:p14="http://schemas.microsoft.com/office/powerpoint/2010/main" val="890473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sign-in screen. Users enter their account credentials here. Remember Me should only be used on a trusted workstation.</a:t>
            </a:r>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Before looking at the screenshots, keep several system boundaries in mind. File access depends on the document's stored confidentiality level and the user's assignment or approved grant; not every document is automatically classified as confidential. External recipients without accounts cannot acknowledge receipt in DTS. Routes begin as pending and record receipt, so do not assume the system automatically marks them completed or returned. Finally, restoring an archived document returns it to Received, and page permissions are separate from access to a particular file.</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12</a:t>
            </a:fld>
            <a:endParaRPr lang="en-PH"/>
          </a:p>
        </p:txBody>
      </p:sp>
    </p:spTree>
    <p:extLst>
      <p:ext uri="{BB962C8B-B14F-4D97-AF65-F5344CB8AC3E}">
        <p14:creationId xmlns:p14="http://schemas.microsoft.com/office/powerpoint/2010/main" val="2259374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and document-management interface. The dashboard summarizes workloads and shortcuts; Document Management is where authorized users receive, search, and maintain document records. Personal document rows are obscured in the screenshot.</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This slide shows the dashboard and Document Management page. The dashboard gives staff an overview of workload indicators and shortcuts. Document Management is used by authorized staff to receive, search, review, and maintain document records. Some record details in the screenshot are blurred to protect privacy.</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13</a:t>
            </a:fld>
            <a:endParaRPr lang="en-PH"/>
          </a:p>
        </p:txBody>
      </p:sp>
    </p:spTree>
    <p:extLst>
      <p:ext uri="{BB962C8B-B14F-4D97-AF65-F5344CB8AC3E}">
        <p14:creationId xmlns:p14="http://schemas.microsoft.com/office/powerpoint/2010/main" val="2213818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screens show document routing and tracking. Routing is used to send and receive work between offices; tracking is used to look up movement history. No tracking number is entered in the example screenshot.</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Here we see the routing and tracking pages. Routing supports sending a document to its next recipient and recording receipt. Tracking is used to look up a document's current location and movement history. In normal work, the user searches using a tracking number or other allowed search details.</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14</a:t>
            </a:fld>
            <a:endParaRPr lang="en-PH"/>
          </a:p>
        </p:txBody>
      </p:sp>
    </p:spTree>
    <p:extLst>
      <p:ext uri="{BB962C8B-B14F-4D97-AF65-F5344CB8AC3E}">
        <p14:creationId xmlns:p14="http://schemas.microsoft.com/office/powerpoint/2010/main" val="19475888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Pending Documents is a work queue for items needing action. Access Requests lists requests for restricted file access; the requester and current assignee follow the applicable actions, while administrators can monitor requests.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Pending Documents helps staff find records that need action and review due dates. Access Requests is used to review requests for restricted document files. The requester, current assignee, and administrator have different responsibilities here: the current assignee handles the access decision, while an administrator can monitor requests and cancel them.</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15</a:t>
            </a:fld>
            <a:endParaRPr lang="en-PH"/>
          </a:p>
        </p:txBody>
      </p:sp>
    </p:spTree>
    <p:extLst>
      <p:ext uri="{BB962C8B-B14F-4D97-AF65-F5344CB8AC3E}">
        <p14:creationId xmlns:p14="http://schemas.microsoft.com/office/powerpoint/2010/main" val="3546773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provides period-based activity summaries. The archive screen is used to find archived records and restore them when authorized.</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The Reports page lets authorized users select a reporting period and review available document activity summaries. The Archive page is for locating archived records and restoring a record when further processing is needed. Archive decisions should follow the office's records-retention policy.</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16</a:t>
            </a:fld>
            <a:endParaRPr lang="en-PH"/>
          </a:p>
        </p:txBody>
      </p:sp>
    </p:spTree>
    <p:extLst>
      <p:ext uri="{BB962C8B-B14F-4D97-AF65-F5344CB8AC3E}">
        <p14:creationId xmlns:p14="http://schemas.microsoft.com/office/powerpoint/2010/main" val="397834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administrator User Management and summarizes the account lifecycle. Staff registration appears only once in the presentation; after registration, an administrator reviews the account and the user signs in after activation.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This screen shows User Management. Administrators can review account details, roles, departments, and account status. The account lifecycle is: staff submits a registration request, an administrator reviews and approves it, and the user signs in after activation. The registration screen is shown only once in this presentation.</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17</a:t>
            </a:fld>
            <a:endParaRPr lang="en-PH"/>
          </a:p>
        </p:txBody>
      </p:sp>
    </p:spTree>
    <p:extLst>
      <p:ext uri="{BB962C8B-B14F-4D97-AF65-F5344CB8AC3E}">
        <p14:creationId xmlns:p14="http://schemas.microsoft.com/office/powerpoint/2010/main" val="79080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Documents provides an authorized overview of document records. Role Management controls which pages a role may open; it does not by itself override document-level confidentiality.</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All Documents provides an overview for authorized users to search and review document records. Role Management controls which pages each role can open. Remember that permission to open a page does not automatically grant access to every confidential file listed or referenced there.</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18</a:t>
            </a:fld>
            <a:endParaRPr lang="en-PH"/>
          </a:p>
        </p:txBody>
      </p:sp>
    </p:spTree>
    <p:extLst>
      <p:ext uri="{BB962C8B-B14F-4D97-AF65-F5344CB8AC3E}">
        <p14:creationId xmlns:p14="http://schemas.microsoft.com/office/powerpoint/2010/main" val="6254886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Types maintains document categories and retention settings. Department Management maintains office units and their assigned functions. Review dependencies before deactivating a type or department.</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Administrators use Document Types to maintain categories and retention settings. Department Management is used to maintain office units and related information. Before changing or deactivating a type or department, administrators should check whether active records depend on it.</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19</a:t>
            </a:fld>
            <a:endParaRPr lang="en-PH"/>
          </a:p>
        </p:txBody>
      </p:sp>
    </p:spTree>
    <p:extLst>
      <p:ext uri="{BB962C8B-B14F-4D97-AF65-F5344CB8AC3E}">
        <p14:creationId xmlns:p14="http://schemas.microsoft.com/office/powerpoint/2010/main" val="3856050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 Trail supports review of recorded system activity. System Settings maintains office identity and branding. Treat audit and configuration access as administrator functions.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The Audit Trail provides filters for reviewing recorded user, document, and routing activity. System Settings holds office information and branding used by the application. These are administrative functions and should be changed only by authorized users.</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20</a:t>
            </a:fld>
            <a:endParaRPr lang="en-PH"/>
          </a:p>
        </p:txBody>
      </p:sp>
    </p:spTree>
    <p:extLst>
      <p:ext uri="{BB962C8B-B14F-4D97-AF65-F5344CB8AC3E}">
        <p14:creationId xmlns:p14="http://schemas.microsoft.com/office/powerpoint/2010/main" val="1708110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Profile supports personal profile and recovery-answer maintenance; the screenshot obscures personal values. Forgot Password starts account verification for regular staff; administrator resets require manual assistance.</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My Profile lets users maintain personal profile details and recovery answers. Personal values in this screenshot are obscured. Forgot Password begins the account verification process for regular staff. Administrator accounts do not use self-service password reset and need manual support.</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21</a:t>
            </a:fld>
            <a:endParaRPr lang="en-PH"/>
          </a:p>
        </p:txBody>
      </p:sp>
    </p:spTree>
    <p:extLst>
      <p:ext uri="{BB962C8B-B14F-4D97-AF65-F5344CB8AC3E}">
        <p14:creationId xmlns:p14="http://schemas.microsoft.com/office/powerpoint/2010/main" val="38356451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INCOMING-only spreadsheet import page. Choose an XLSX workbook, preview and validate its rows, correct errors, then confirm the import and verify generated tracking numbers. The application limits the workbook to 500 rows and 10 MB.</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This final screen is the Import Documents page for Incoming staff. The user selects an Excel workbook, previews and validates the rows, corrects any errors, and confirms the import only when the preview is accurate. Afterward, the user verifies the imported records and generated tracking numbers. The workbook must be an XLSX file and may contain up to 500 rows, with a maximum file size of 10 megabytes.</a:t>
            </a:r>
          </a:p>
          <a:p>
            <a:endParaRPr lang="en-PH" dirty="0"/>
          </a:p>
          <a:p>
            <a:endParaRPr lang="en-PH" dirty="0"/>
          </a:p>
          <a:p>
            <a:endParaRPr lang="en-PH"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sz="1200" kern="1200" dirty="0">
                <a:solidFill>
                  <a:schemeClr val="tx1"/>
                </a:solidFill>
                <a:effectLst/>
                <a:latin typeface="+mn-lt"/>
                <a:ea typeface="+mn-ea"/>
                <a:cs typeface="+mn-cs"/>
              </a:rPr>
              <a:t>To conclude, the CLO DTS supports the document journey from intake to archive while recording assignments, routes, and follow-up actions. Correct role permissions, careful handling of confidential files, and timely receipt updates help keep that history reliable. Thank you. I am ready to answer your questions.</a:t>
            </a:r>
          </a:p>
          <a:p>
            <a:endParaRPr lang="en-PH" dirty="0"/>
          </a:p>
        </p:txBody>
      </p:sp>
      <p:sp>
        <p:nvSpPr>
          <p:cNvPr id="4" name="Slide Number Placeholder 3"/>
          <p:cNvSpPr>
            <a:spLocks noGrp="1"/>
          </p:cNvSpPr>
          <p:nvPr>
            <p:ph type="sldNum" sz="quarter" idx="5"/>
          </p:nvPr>
        </p:nvSpPr>
        <p:spPr/>
        <p:txBody>
          <a:bodyPr/>
          <a:lstStyle/>
          <a:p>
            <a:fld id="{FCA14169-6C43-4EAA-9697-B90F8946009A}" type="slidenum">
              <a:rPr lang="en-PH" smtClean="0"/>
              <a:t>22</a:t>
            </a:fld>
            <a:endParaRPr lang="en-PH"/>
          </a:p>
        </p:txBody>
      </p:sp>
    </p:spTree>
    <p:extLst>
      <p:ext uri="{BB962C8B-B14F-4D97-AF65-F5344CB8AC3E}">
        <p14:creationId xmlns:p14="http://schemas.microsoft.com/office/powerpoint/2010/main" val="4041137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C26E8-0372-B733-4950-413A08FCC1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BADCCE7F-049A-CB33-ED34-285564942A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2BFCB2D9-EADA-B593-8921-0EE8A9768D4B}"/>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5" name="Footer Placeholder 4">
            <a:extLst>
              <a:ext uri="{FF2B5EF4-FFF2-40B4-BE49-F238E27FC236}">
                <a16:creationId xmlns:a16="http://schemas.microsoft.com/office/drawing/2014/main" id="{00E166E4-6009-5B1D-30C4-823F800C648A}"/>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46281B9-9EFB-8637-732C-953B6D8090CF}"/>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3314344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ECE43-E35A-F8C3-78AC-1F6A31478DE2}"/>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15063512-8AB5-D937-1C7E-4BE84D72E4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63031D4-8B9E-05AD-F55D-11E9E4E0C9CB}"/>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5" name="Footer Placeholder 4">
            <a:extLst>
              <a:ext uri="{FF2B5EF4-FFF2-40B4-BE49-F238E27FC236}">
                <a16:creationId xmlns:a16="http://schemas.microsoft.com/office/drawing/2014/main" id="{E55C0FA6-0856-A620-85EF-91E0946E0ED1}"/>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0B0CD04-4C46-9181-B98B-18B0F6ECD352}"/>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3379194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E607D-3B88-6926-BDF5-B192370E00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6CDCF47F-B61E-8C89-596C-044DE0C6E2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82BFD8-4195-3C7D-5B32-82C0A8CF267F}"/>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5" name="Footer Placeholder 4">
            <a:extLst>
              <a:ext uri="{FF2B5EF4-FFF2-40B4-BE49-F238E27FC236}">
                <a16:creationId xmlns:a16="http://schemas.microsoft.com/office/drawing/2014/main" id="{C5756D53-E202-44A9-8DEC-FAD06D0AB84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7AE660D-9EEC-0B7E-7ABA-45BEB97EE18F}"/>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2352939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D505-87C2-5C0C-F64D-21F61F4E528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8B9970F2-83DF-1A6F-2F0C-4502F18CAB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8187D197-10A9-1D76-E0E4-F97ADE073C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ED87A758-A9EA-7B29-ED72-817D90CA50C1}"/>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6" name="Footer Placeholder 5">
            <a:extLst>
              <a:ext uri="{FF2B5EF4-FFF2-40B4-BE49-F238E27FC236}">
                <a16:creationId xmlns:a16="http://schemas.microsoft.com/office/drawing/2014/main" id="{F0DDB054-B55D-C321-3B51-021A73836BA6}"/>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BDE722EF-0445-6801-A1CA-0E209C15D00F}"/>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501640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A59E6-E1D4-D95F-F2C3-A350D8D33B12}"/>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06FDA2DB-66F6-92FC-09B1-833B4A164D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44AC50-AD53-5535-0E34-619B697310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FDE59153-7291-05E3-7017-2965C2CDE7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E86F4C-48E0-2FA5-52E9-91EDE61E87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D3E1E285-FF87-16D0-E36C-32C908D29254}"/>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8" name="Footer Placeholder 7">
            <a:extLst>
              <a:ext uri="{FF2B5EF4-FFF2-40B4-BE49-F238E27FC236}">
                <a16:creationId xmlns:a16="http://schemas.microsoft.com/office/drawing/2014/main" id="{98C682FB-E89D-5B37-B59E-03E96857DDFD}"/>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51289798-193B-C275-2D70-21F97240BEDC}"/>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3769750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D4812-C0F4-BAFF-6FEE-3E7B94F85707}"/>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F5A13D80-7B8B-660A-CEB2-7A9DFF2D31B9}"/>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4" name="Footer Placeholder 3">
            <a:extLst>
              <a:ext uri="{FF2B5EF4-FFF2-40B4-BE49-F238E27FC236}">
                <a16:creationId xmlns:a16="http://schemas.microsoft.com/office/drawing/2014/main" id="{B1D4C267-B70E-628C-39FF-5B04CA0EE90C}"/>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4899B005-5220-DAE8-DAFA-936D4213CF32}"/>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1426542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6D3017-2754-B4EE-C77C-E1B04577C876}"/>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3" name="Footer Placeholder 2">
            <a:extLst>
              <a:ext uri="{FF2B5EF4-FFF2-40B4-BE49-F238E27FC236}">
                <a16:creationId xmlns:a16="http://schemas.microsoft.com/office/drawing/2014/main" id="{952CFC97-4855-E1D0-7C30-AEFE1AAAE21A}"/>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FB3BE8E0-6E26-66F6-4BD0-973A2E8A4BF9}"/>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2248407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C1AF0-D3DF-1DFF-592A-FCA1BED8E1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B055A809-688A-F650-D166-8C8F452D5E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4C1A8D59-99D9-4ECA-0659-BCF64ED14A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2654CA-E243-5F68-6CA8-B71217E90FE3}"/>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6" name="Footer Placeholder 5">
            <a:extLst>
              <a:ext uri="{FF2B5EF4-FFF2-40B4-BE49-F238E27FC236}">
                <a16:creationId xmlns:a16="http://schemas.microsoft.com/office/drawing/2014/main" id="{CF913C19-A774-8832-E3CE-68FF8500615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C9EA6810-E06C-00F6-C953-BC00FE92752F}"/>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4267855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CB8ED-54B9-C010-8F94-A27519D90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4AF9937D-AC2F-B1BA-A932-8A7E28953FD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7B7E19CA-0F10-20EF-04BA-7F4972843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5235BB-382C-E319-DD94-A12D8629C50D}"/>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6" name="Footer Placeholder 5">
            <a:extLst>
              <a:ext uri="{FF2B5EF4-FFF2-40B4-BE49-F238E27FC236}">
                <a16:creationId xmlns:a16="http://schemas.microsoft.com/office/drawing/2014/main" id="{6F71A572-F5B3-8DAE-E3F5-42F0D078DE4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6BB13990-74D4-A79C-76D8-A194DA8A0C4A}"/>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1727276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A1C49-ECA6-BBA1-FEC8-E553ECF2F174}"/>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2ED62966-D142-9B15-5E95-F220A6442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79BC5D5-25A2-82BB-FEF4-BAB4E8551DF0}"/>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5" name="Footer Placeholder 4">
            <a:extLst>
              <a:ext uri="{FF2B5EF4-FFF2-40B4-BE49-F238E27FC236}">
                <a16:creationId xmlns:a16="http://schemas.microsoft.com/office/drawing/2014/main" id="{FCA22F26-C526-4757-B89E-C39BF32A278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9F46CE9-4EEB-5B5B-2E34-2759BF0A1EB0}"/>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1134519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320EBA-A4E6-C2E0-8CBD-0982CD998A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3F7A9D80-E563-F675-9F7A-4B5374919D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76E5462-11A6-FFA0-0013-0AF5FD9B74EF}"/>
              </a:ext>
            </a:extLst>
          </p:cNvPr>
          <p:cNvSpPr>
            <a:spLocks noGrp="1"/>
          </p:cNvSpPr>
          <p:nvPr>
            <p:ph type="dt" sz="half" idx="10"/>
          </p:nvPr>
        </p:nvSpPr>
        <p:spPr/>
        <p:txBody>
          <a:bodyPr/>
          <a:lstStyle/>
          <a:p>
            <a:fld id="{F752D1AA-244C-4E18-AB52-219669535362}" type="datetimeFigureOut">
              <a:rPr lang="en-PH" smtClean="0"/>
              <a:t>13/10/2026</a:t>
            </a:fld>
            <a:endParaRPr lang="en-PH"/>
          </a:p>
        </p:txBody>
      </p:sp>
      <p:sp>
        <p:nvSpPr>
          <p:cNvPr id="5" name="Footer Placeholder 4">
            <a:extLst>
              <a:ext uri="{FF2B5EF4-FFF2-40B4-BE49-F238E27FC236}">
                <a16:creationId xmlns:a16="http://schemas.microsoft.com/office/drawing/2014/main" id="{AC95FD77-A460-0301-2F41-19C563351B7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F6213D91-AE04-1617-085D-528806DB6514}"/>
              </a:ext>
            </a:extLst>
          </p:cNvPr>
          <p:cNvSpPr>
            <a:spLocks noGrp="1"/>
          </p:cNvSpPr>
          <p:nvPr>
            <p:ph type="sldNum" sz="quarter" idx="12"/>
          </p:nvPr>
        </p:nvSpPr>
        <p:spPr/>
        <p:txBody>
          <a:bodyPr/>
          <a:lstStyle/>
          <a:p>
            <a:fld id="{CD244B37-C22A-426F-86BA-BF69BF23655B}" type="slidenum">
              <a:rPr lang="en-PH" smtClean="0"/>
              <a:t>‹#›</a:t>
            </a:fld>
            <a:endParaRPr lang="en-PH"/>
          </a:p>
        </p:txBody>
      </p:sp>
    </p:spTree>
    <p:extLst>
      <p:ext uri="{BB962C8B-B14F-4D97-AF65-F5344CB8AC3E}">
        <p14:creationId xmlns:p14="http://schemas.microsoft.com/office/powerpoint/2010/main" val="4267586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640313-2738-DA35-2E93-8F0CE6BA9A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7C32F1D-3263-64B3-2B4C-275B22052B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FE23E7B-48F6-78A1-7A7B-9ECEA720DE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52D1AA-244C-4E18-AB52-219669535362}" type="datetimeFigureOut">
              <a:rPr lang="en-PH" smtClean="0"/>
              <a:t>13/10/2026</a:t>
            </a:fld>
            <a:endParaRPr lang="en-PH"/>
          </a:p>
        </p:txBody>
      </p:sp>
      <p:sp>
        <p:nvSpPr>
          <p:cNvPr id="5" name="Footer Placeholder 4">
            <a:extLst>
              <a:ext uri="{FF2B5EF4-FFF2-40B4-BE49-F238E27FC236}">
                <a16:creationId xmlns:a16="http://schemas.microsoft.com/office/drawing/2014/main" id="{17FB70F5-BD62-13AF-9234-C344F93F5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1DAB6626-E027-1FBC-1ED2-F27F06EF1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244B37-C22A-426F-86BA-BF69BF23655B}" type="slidenum">
              <a:rPr lang="en-PH" smtClean="0"/>
              <a:t>‹#›</a:t>
            </a:fld>
            <a:endParaRPr lang="en-PH"/>
          </a:p>
        </p:txBody>
      </p:sp>
    </p:spTree>
    <p:extLst>
      <p:ext uri="{BB962C8B-B14F-4D97-AF65-F5344CB8AC3E}">
        <p14:creationId xmlns:p14="http://schemas.microsoft.com/office/powerpoint/2010/main" val="3978625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748"/>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C42AEF-0BA5-ED67-C250-A3DE67D54F15}"/>
              </a:ext>
            </a:extLst>
          </p:cNvPr>
          <p:cNvSpPr/>
          <p:nvPr/>
        </p:nvSpPr>
        <p:spPr>
          <a:xfrm>
            <a:off x="0" y="0"/>
            <a:ext cx="228600" cy="68580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4" name="Picture 3">
            <a:extLst>
              <a:ext uri="{FF2B5EF4-FFF2-40B4-BE49-F238E27FC236}">
                <a16:creationId xmlns:a16="http://schemas.microsoft.com/office/drawing/2014/main" id="{C5F63995-CB0E-A979-AC62-F33473DFD7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12800" y="736600"/>
            <a:ext cx="1473200" cy="1473200"/>
          </a:xfrm>
          <a:prstGeom prst="rect">
            <a:avLst/>
          </a:prstGeom>
        </p:spPr>
      </p:pic>
      <p:sp>
        <p:nvSpPr>
          <p:cNvPr id="5" name="TextBox 4">
            <a:extLst>
              <a:ext uri="{FF2B5EF4-FFF2-40B4-BE49-F238E27FC236}">
                <a16:creationId xmlns:a16="http://schemas.microsoft.com/office/drawing/2014/main" id="{522A3F8B-BA2B-6399-4249-446A017B4AF4}"/>
              </a:ext>
            </a:extLst>
          </p:cNvPr>
          <p:cNvSpPr txBox="1"/>
          <p:nvPr/>
        </p:nvSpPr>
        <p:spPr>
          <a:xfrm>
            <a:off x="812800" y="2578100"/>
            <a:ext cx="10414000" cy="276999"/>
          </a:xfrm>
          <a:prstGeom prst="rect">
            <a:avLst/>
          </a:prstGeom>
          <a:noFill/>
        </p:spPr>
        <p:txBody>
          <a:bodyPr vert="horz" wrap="square" lIns="0" tIns="0" rIns="0" bIns="0" rtlCol="0">
            <a:noAutofit/>
          </a:bodyPr>
          <a:lstStyle/>
          <a:p>
            <a:r>
              <a:rPr lang="en-PH" sz="1700" b="1">
                <a:solidFill>
                  <a:srgbClr val="E7F0FA"/>
                </a:solidFill>
                <a:latin typeface="Aptos" panose="020B0004020202020204" pitchFamily="34" charset="0"/>
              </a:rPr>
              <a:t>CLO DOCUMENT TRACKING SYSTEM</a:t>
            </a:r>
          </a:p>
        </p:txBody>
      </p:sp>
      <p:sp>
        <p:nvSpPr>
          <p:cNvPr id="6" name="TextBox 5">
            <a:extLst>
              <a:ext uri="{FF2B5EF4-FFF2-40B4-BE49-F238E27FC236}">
                <a16:creationId xmlns:a16="http://schemas.microsoft.com/office/drawing/2014/main" id="{DB788654-99D6-2D5B-8527-5FAFB57CA8FE}"/>
              </a:ext>
            </a:extLst>
          </p:cNvPr>
          <p:cNvSpPr txBox="1"/>
          <p:nvPr/>
        </p:nvSpPr>
        <p:spPr>
          <a:xfrm>
            <a:off x="812800" y="3136900"/>
            <a:ext cx="10414000" cy="276999"/>
          </a:xfrm>
          <a:prstGeom prst="rect">
            <a:avLst/>
          </a:prstGeom>
          <a:noFill/>
        </p:spPr>
        <p:txBody>
          <a:bodyPr vert="horz" wrap="square" lIns="0" tIns="0" rIns="0" bIns="0" rtlCol="0">
            <a:noAutofit/>
          </a:bodyPr>
          <a:lstStyle/>
          <a:p>
            <a:r>
              <a:rPr lang="en-PH" sz="3900" b="1">
                <a:solidFill>
                  <a:srgbClr val="FFFFFF"/>
                </a:solidFill>
                <a:latin typeface="Aptos" panose="020B0004020202020204" pitchFamily="34" charset="0"/>
              </a:rPr>
              <a:t>Complete System</a:t>
            </a:r>
          </a:p>
        </p:txBody>
      </p:sp>
      <p:sp>
        <p:nvSpPr>
          <p:cNvPr id="7" name="TextBox 6">
            <a:extLst>
              <a:ext uri="{FF2B5EF4-FFF2-40B4-BE49-F238E27FC236}">
                <a16:creationId xmlns:a16="http://schemas.microsoft.com/office/drawing/2014/main" id="{DE8DB1F2-C106-1F34-EECA-3F4ED9B5D87A}"/>
              </a:ext>
            </a:extLst>
          </p:cNvPr>
          <p:cNvSpPr txBox="1"/>
          <p:nvPr/>
        </p:nvSpPr>
        <p:spPr>
          <a:xfrm>
            <a:off x="812800" y="3797300"/>
            <a:ext cx="10414000" cy="276999"/>
          </a:xfrm>
          <a:prstGeom prst="rect">
            <a:avLst/>
          </a:prstGeom>
          <a:noFill/>
        </p:spPr>
        <p:txBody>
          <a:bodyPr vert="horz" wrap="square" lIns="0" tIns="0" rIns="0" bIns="0" rtlCol="0">
            <a:noAutofit/>
          </a:bodyPr>
          <a:lstStyle/>
          <a:p>
            <a:r>
              <a:rPr lang="en-PH" sz="3900" b="1">
                <a:solidFill>
                  <a:srgbClr val="FFFFFF"/>
                </a:solidFill>
                <a:latin typeface="Aptos" panose="020B0004020202020204" pitchFamily="34" charset="0"/>
              </a:rPr>
              <a:t>Workflow</a:t>
            </a:r>
          </a:p>
        </p:txBody>
      </p:sp>
      <p:sp>
        <p:nvSpPr>
          <p:cNvPr id="8" name="TextBox 7">
            <a:extLst>
              <a:ext uri="{FF2B5EF4-FFF2-40B4-BE49-F238E27FC236}">
                <a16:creationId xmlns:a16="http://schemas.microsoft.com/office/drawing/2014/main" id="{B2990474-869C-44BD-244B-3C93398A4A18}"/>
              </a:ext>
            </a:extLst>
          </p:cNvPr>
          <p:cNvSpPr txBox="1"/>
          <p:nvPr/>
        </p:nvSpPr>
        <p:spPr>
          <a:xfrm>
            <a:off x="838200" y="4660900"/>
            <a:ext cx="9652000" cy="276999"/>
          </a:xfrm>
          <a:prstGeom prst="rect">
            <a:avLst/>
          </a:prstGeom>
          <a:noFill/>
        </p:spPr>
        <p:txBody>
          <a:bodyPr vert="horz" wrap="square" lIns="0" tIns="0" rIns="0" bIns="0" rtlCol="0">
            <a:noAutofit/>
          </a:bodyPr>
          <a:lstStyle/>
          <a:p>
            <a:r>
              <a:rPr lang="en-US" sz="1700">
                <a:solidFill>
                  <a:srgbClr val="E7F0FA"/>
                </a:solidFill>
                <a:latin typeface="Aptos" panose="020B0004020202020204" pitchFamily="34" charset="0"/>
              </a:rPr>
              <a:t>From account setup and incoming documents to routing, tracking, and archive</a:t>
            </a:r>
            <a:endParaRPr lang="en-PH" sz="1700">
              <a:solidFill>
                <a:srgbClr val="E7F0FA"/>
              </a:solidFill>
              <a:latin typeface="Aptos" panose="020B0004020202020204" pitchFamily="34" charset="0"/>
            </a:endParaRPr>
          </a:p>
        </p:txBody>
      </p:sp>
      <p:sp>
        <p:nvSpPr>
          <p:cNvPr id="9" name="Rectangle: Rounded Corners 8">
            <a:extLst>
              <a:ext uri="{FF2B5EF4-FFF2-40B4-BE49-F238E27FC236}">
                <a16:creationId xmlns:a16="http://schemas.microsoft.com/office/drawing/2014/main" id="{1A8E4CF7-DF77-2FBD-99AD-D058634ABDA2}"/>
              </a:ext>
            </a:extLst>
          </p:cNvPr>
          <p:cNvSpPr/>
          <p:nvPr/>
        </p:nvSpPr>
        <p:spPr>
          <a:xfrm>
            <a:off x="838200" y="5511800"/>
            <a:ext cx="2667000" cy="431800"/>
          </a:xfrm>
          <a:prstGeom prst="round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TextBox 9">
            <a:extLst>
              <a:ext uri="{FF2B5EF4-FFF2-40B4-BE49-F238E27FC236}">
                <a16:creationId xmlns:a16="http://schemas.microsoft.com/office/drawing/2014/main" id="{E9CAB776-1DA7-4189-E2DC-7F1AE269521E}"/>
              </a:ext>
            </a:extLst>
          </p:cNvPr>
          <p:cNvSpPr txBox="1"/>
          <p:nvPr/>
        </p:nvSpPr>
        <p:spPr>
          <a:xfrm>
            <a:off x="990600" y="5626100"/>
            <a:ext cx="2413000" cy="276999"/>
          </a:xfrm>
          <a:prstGeom prst="rect">
            <a:avLst/>
          </a:prstGeom>
          <a:noFill/>
        </p:spPr>
        <p:txBody>
          <a:bodyPr vert="horz" wrap="square" lIns="0" tIns="0" rIns="0" bIns="0" rtlCol="0">
            <a:noAutofit/>
          </a:bodyPr>
          <a:lstStyle/>
          <a:p>
            <a:pPr algn="ctr"/>
            <a:r>
              <a:rPr lang="en-PH" sz="1000" b="1">
                <a:solidFill>
                  <a:srgbClr val="FFFFFF"/>
                </a:solidFill>
                <a:latin typeface="Aptos" panose="020B0004020202020204" pitchFamily="34" charset="0"/>
              </a:rPr>
              <a:t>END-TO-END PROCESS OVERVIEW</a:t>
            </a:r>
          </a:p>
        </p:txBody>
      </p:sp>
      <p:sp>
        <p:nvSpPr>
          <p:cNvPr id="11" name="TextBox 10">
            <a:extLst>
              <a:ext uri="{FF2B5EF4-FFF2-40B4-BE49-F238E27FC236}">
                <a16:creationId xmlns:a16="http://schemas.microsoft.com/office/drawing/2014/main" id="{F4BB2D4B-89E2-151B-70AD-D994642D0B5B}"/>
              </a:ext>
            </a:extLst>
          </p:cNvPr>
          <p:cNvSpPr txBox="1"/>
          <p:nvPr/>
        </p:nvSpPr>
        <p:spPr>
          <a:xfrm>
            <a:off x="838200" y="6299200"/>
            <a:ext cx="10033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Roles - decisions - system records - operational boundaries</a:t>
            </a:r>
            <a:endParaRPr lang="en-PH" sz="1100">
              <a:solidFill>
                <a:srgbClr val="E7F0FA"/>
              </a:solidFill>
              <a:latin typeface="Aptos" panose="020B0004020202020204" pitchFamily="34" charset="0"/>
            </a:endParaRPr>
          </a:p>
        </p:txBody>
      </p:sp>
    </p:spTree>
    <p:extLst>
      <p:ext uri="{BB962C8B-B14F-4D97-AF65-F5344CB8AC3E}">
        <p14:creationId xmlns:p14="http://schemas.microsoft.com/office/powerpoint/2010/main" val="3802829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F9F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FD967F-C8AD-9A83-194F-290484644ECE}"/>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29EA87D6-27C9-AD25-7EEA-31D9961E5035}"/>
              </a:ext>
            </a:extLst>
          </p:cNvPr>
          <p:cNvSpPr txBox="1"/>
          <p:nvPr/>
        </p:nvSpPr>
        <p:spPr>
          <a:xfrm>
            <a:off x="457200" y="190500"/>
            <a:ext cx="10287000" cy="384721"/>
          </a:xfrm>
          <a:prstGeom prst="rect">
            <a:avLst/>
          </a:prstGeom>
          <a:noFill/>
        </p:spPr>
        <p:txBody>
          <a:bodyPr vert="horz" wrap="square" lIns="0" tIns="0" rIns="0" bIns="0" rtlCol="0">
            <a:spAutoFit/>
          </a:bodyPr>
          <a:lstStyle/>
          <a:p>
            <a:r>
              <a:rPr lang="en-US" sz="2500" b="1">
                <a:solidFill>
                  <a:srgbClr val="FFFFFF"/>
                </a:solidFill>
                <a:latin typeface="Aptos" panose="020B0004020202020204" pitchFamily="34" charset="0"/>
              </a:rPr>
              <a:t>What the CLO system looks like</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76050AE5-5972-0A98-52CC-38021AC2176C}"/>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Actual user-interface screenshots from the local CLO Document Tracking System</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E5CFCDC4-81AA-8E6E-7A00-EE1CC901FE8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D7CC003E-4E15-E8C1-16BE-05877E1FFE3B}"/>
              </a:ext>
            </a:extLst>
          </p:cNvPr>
          <p:cNvSpPr/>
          <p:nvPr/>
        </p:nvSpPr>
        <p:spPr>
          <a:xfrm>
            <a:off x="482600" y="1409700"/>
            <a:ext cx="5473700" cy="4279900"/>
          </a:xfrm>
          <a:prstGeom prst="roundRect">
            <a:avLst/>
          </a:prstGeom>
          <a:solidFill>
            <a:srgbClr val="FFFFFF"/>
          </a:solidFill>
          <a:ln w="12700">
            <a:solidFill>
              <a:srgbClr val="17F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Rectangle: Rounded Corners 7">
            <a:extLst>
              <a:ext uri="{FF2B5EF4-FFF2-40B4-BE49-F238E27FC236}">
                <a16:creationId xmlns:a16="http://schemas.microsoft.com/office/drawing/2014/main" id="{0354C6C2-30B0-8AA0-57CA-6DE3995F7AE3}"/>
              </a:ext>
            </a:extLst>
          </p:cNvPr>
          <p:cNvSpPr/>
          <p:nvPr/>
        </p:nvSpPr>
        <p:spPr>
          <a:xfrm>
            <a:off x="6235700" y="1409700"/>
            <a:ext cx="5473700" cy="4279900"/>
          </a:xfrm>
          <a:prstGeom prst="roundRect">
            <a:avLst/>
          </a:prstGeom>
          <a:solidFill>
            <a:srgbClr val="FFFFFF"/>
          </a:solidFill>
          <a:ln w="12700">
            <a:solidFill>
              <a:srgbClr val="17F5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0" name="Picture 9">
            <a:extLst>
              <a:ext uri="{FF2B5EF4-FFF2-40B4-BE49-F238E27FC236}">
                <a16:creationId xmlns:a16="http://schemas.microsoft.com/office/drawing/2014/main" id="{E10157D2-0D2C-3E44-291D-2C7043E0BC0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9600" y="1562100"/>
            <a:ext cx="5219700" cy="3619500"/>
          </a:xfrm>
          <a:prstGeom prst="rect">
            <a:avLst/>
          </a:prstGeom>
        </p:spPr>
      </p:pic>
      <p:pic>
        <p:nvPicPr>
          <p:cNvPr id="12" name="Picture 11">
            <a:extLst>
              <a:ext uri="{FF2B5EF4-FFF2-40B4-BE49-F238E27FC236}">
                <a16:creationId xmlns:a16="http://schemas.microsoft.com/office/drawing/2014/main" id="{EAC6FBCB-E3DA-7610-EBF8-2D017E4FF5A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362700" y="1562100"/>
            <a:ext cx="5219700" cy="3619500"/>
          </a:xfrm>
          <a:prstGeom prst="rect">
            <a:avLst/>
          </a:prstGeom>
        </p:spPr>
      </p:pic>
      <p:sp>
        <p:nvSpPr>
          <p:cNvPr id="13" name="TextBox 12">
            <a:extLst>
              <a:ext uri="{FF2B5EF4-FFF2-40B4-BE49-F238E27FC236}">
                <a16:creationId xmlns:a16="http://schemas.microsoft.com/office/drawing/2014/main" id="{4C0813AF-D83E-5179-FE61-A51CEDCA59C0}"/>
              </a:ext>
            </a:extLst>
          </p:cNvPr>
          <p:cNvSpPr txBox="1"/>
          <p:nvPr/>
        </p:nvSpPr>
        <p:spPr>
          <a:xfrm>
            <a:off x="622300" y="5270500"/>
            <a:ext cx="51816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SIGN-IN SCREEN</a:t>
            </a:r>
          </a:p>
        </p:txBody>
      </p:sp>
      <p:sp>
        <p:nvSpPr>
          <p:cNvPr id="14" name="TextBox 13">
            <a:extLst>
              <a:ext uri="{FF2B5EF4-FFF2-40B4-BE49-F238E27FC236}">
                <a16:creationId xmlns:a16="http://schemas.microsoft.com/office/drawing/2014/main" id="{41D47133-2ED0-3E3D-E18A-395F061D11F2}"/>
              </a:ext>
            </a:extLst>
          </p:cNvPr>
          <p:cNvSpPr txBox="1"/>
          <p:nvPr/>
        </p:nvSpPr>
        <p:spPr>
          <a:xfrm>
            <a:off x="622300" y="5549900"/>
            <a:ext cx="5181600" cy="153888"/>
          </a:xfrm>
          <a:prstGeom prst="rect">
            <a:avLst/>
          </a:prstGeom>
          <a:noFill/>
        </p:spPr>
        <p:txBody>
          <a:bodyPr vert="horz" wrap="square" lIns="0" tIns="0" rIns="0" bIns="0" rtlCol="0">
            <a:spAutoFit/>
          </a:bodyPr>
          <a:lstStyle/>
          <a:p>
            <a:pPr algn="ctr"/>
            <a:r>
              <a:rPr lang="en-US" sz="1000">
                <a:solidFill>
                  <a:srgbClr val="5B837B"/>
                </a:solidFill>
                <a:latin typeface="Aptos" panose="020B0004020202020204" pitchFamily="34" charset="0"/>
              </a:rPr>
              <a:t>Staff accounts sign in here before accessing the system.</a:t>
            </a:r>
            <a:endParaRPr lang="en-PH" sz="1000">
              <a:solidFill>
                <a:srgbClr val="5B837B"/>
              </a:solidFill>
              <a:latin typeface="Aptos" panose="020B0004020202020204" pitchFamily="34" charset="0"/>
            </a:endParaRPr>
          </a:p>
        </p:txBody>
      </p:sp>
      <p:sp>
        <p:nvSpPr>
          <p:cNvPr id="15" name="TextBox 14">
            <a:extLst>
              <a:ext uri="{FF2B5EF4-FFF2-40B4-BE49-F238E27FC236}">
                <a16:creationId xmlns:a16="http://schemas.microsoft.com/office/drawing/2014/main" id="{BD326F9A-B782-5A09-C0A0-12070EE3ADB0}"/>
              </a:ext>
            </a:extLst>
          </p:cNvPr>
          <p:cNvSpPr txBox="1"/>
          <p:nvPr/>
        </p:nvSpPr>
        <p:spPr>
          <a:xfrm>
            <a:off x="6375400" y="5270500"/>
            <a:ext cx="51816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STAFF REGISTRATION SCREEN</a:t>
            </a:r>
          </a:p>
        </p:txBody>
      </p:sp>
      <p:sp>
        <p:nvSpPr>
          <p:cNvPr id="16" name="TextBox 15">
            <a:extLst>
              <a:ext uri="{FF2B5EF4-FFF2-40B4-BE49-F238E27FC236}">
                <a16:creationId xmlns:a16="http://schemas.microsoft.com/office/drawing/2014/main" id="{58FF9A6B-0C08-FD1A-3285-BDFA6B4FF369}"/>
              </a:ext>
            </a:extLst>
          </p:cNvPr>
          <p:cNvSpPr txBox="1"/>
          <p:nvPr/>
        </p:nvSpPr>
        <p:spPr>
          <a:xfrm>
            <a:off x="6375400" y="5549900"/>
            <a:ext cx="5181600" cy="153888"/>
          </a:xfrm>
          <a:prstGeom prst="rect">
            <a:avLst/>
          </a:prstGeom>
          <a:noFill/>
        </p:spPr>
        <p:txBody>
          <a:bodyPr vert="horz" wrap="square" lIns="0" tIns="0" rIns="0" bIns="0" rtlCol="0">
            <a:spAutoFit/>
          </a:bodyPr>
          <a:lstStyle/>
          <a:p>
            <a:pPr algn="ctr"/>
            <a:r>
              <a:rPr lang="en-US" sz="1000">
                <a:solidFill>
                  <a:srgbClr val="5B837B"/>
                </a:solidFill>
                <a:latin typeface="Aptos" panose="020B0004020202020204" pitchFamily="34" charset="0"/>
              </a:rPr>
              <a:t>New accounts remain pending until an administrator approves them.</a:t>
            </a:r>
            <a:endParaRPr lang="en-PH" sz="1000">
              <a:solidFill>
                <a:srgbClr val="5B837B"/>
              </a:solidFill>
              <a:latin typeface="Aptos" panose="020B0004020202020204" pitchFamily="34" charset="0"/>
            </a:endParaRPr>
          </a:p>
        </p:txBody>
      </p:sp>
      <p:sp>
        <p:nvSpPr>
          <p:cNvPr id="17" name="Rectangle 16">
            <a:extLst>
              <a:ext uri="{FF2B5EF4-FFF2-40B4-BE49-F238E27FC236}">
                <a16:creationId xmlns:a16="http://schemas.microsoft.com/office/drawing/2014/main" id="{2D7448B4-4877-BD79-1DBA-FE4DB201A713}"/>
              </a:ext>
            </a:extLst>
          </p:cNvPr>
          <p:cNvSpPr/>
          <p:nvPr/>
        </p:nvSpPr>
        <p:spPr>
          <a:xfrm>
            <a:off x="457200" y="6477000"/>
            <a:ext cx="11277600" cy="12700"/>
          </a:xfrm>
          <a:prstGeom prst="rect">
            <a:avLst/>
          </a:prstGeom>
          <a:solidFill>
            <a:srgbClr val="17F5F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DA3A7290-38EC-4DDF-E260-B214AE3C218F}"/>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837B"/>
                </a:solidFill>
                <a:latin typeface="Aptos" panose="020B0004020202020204" pitchFamily="34" charset="0"/>
              </a:rPr>
              <a:t>CLO DOCUMENT TRACKING SYSTEM  |  SYSTEM INTERFACE</a:t>
            </a:r>
            <a:endParaRPr lang="en-PH" sz="800">
              <a:solidFill>
                <a:srgbClr val="5B837B"/>
              </a:solidFill>
              <a:latin typeface="Aptos" panose="020B0004020202020204" pitchFamily="34" charset="0"/>
            </a:endParaRPr>
          </a:p>
        </p:txBody>
      </p:sp>
      <p:sp>
        <p:nvSpPr>
          <p:cNvPr id="19" name="TextBox 18">
            <a:extLst>
              <a:ext uri="{FF2B5EF4-FFF2-40B4-BE49-F238E27FC236}">
                <a16:creationId xmlns:a16="http://schemas.microsoft.com/office/drawing/2014/main" id="{46722095-8559-FA6B-3D99-737C6A8DE132}"/>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837B"/>
                </a:solidFill>
                <a:latin typeface="Aptos" panose="020B0004020202020204" pitchFamily="34" charset="0"/>
              </a:rPr>
              <a:t>02</a:t>
            </a:r>
          </a:p>
        </p:txBody>
      </p:sp>
    </p:spTree>
    <p:extLst>
      <p:ext uri="{BB962C8B-B14F-4D97-AF65-F5344CB8AC3E}">
        <p14:creationId xmlns:p14="http://schemas.microsoft.com/office/powerpoint/2010/main" val="620778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D07E20-9210-3461-CF8F-6266DD969AE1}"/>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B36DB88C-62DB-B211-DB0B-02D62DC8E6A9}"/>
              </a:ext>
            </a:extLst>
          </p:cNvPr>
          <p:cNvSpPr txBox="1"/>
          <p:nvPr/>
        </p:nvSpPr>
        <p:spPr>
          <a:xfrm>
            <a:off x="457200" y="190500"/>
            <a:ext cx="10287000" cy="276999"/>
          </a:xfrm>
          <a:prstGeom prst="rect">
            <a:avLst/>
          </a:prstGeom>
          <a:noFill/>
        </p:spPr>
        <p:txBody>
          <a:bodyPr vert="horz" wrap="square" lIns="0" tIns="0" rIns="0" bIns="0" rtlCol="0">
            <a:noAutofit/>
          </a:bodyPr>
          <a:lstStyle/>
          <a:p>
            <a:r>
              <a:rPr lang="en-US" sz="2500" b="1">
                <a:solidFill>
                  <a:srgbClr val="FFFFFF"/>
                </a:solidFill>
                <a:latin typeface="Aptos" panose="020B0004020202020204" pitchFamily="34" charset="0"/>
              </a:rPr>
              <a:t>The full lifecycle at a glance</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F4CEA9C6-7D02-037B-D07B-FA1C07EDDB9B}"/>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Core document path, supported by account, access, and administration workflows</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40F2FEF0-FDF5-9620-41AF-A9EC984A43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C2A08AC3-EFDA-EBF1-0D04-2755C8B3A3F5}"/>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5CF36F9D-0023-46FF-FB70-A39BA13F8FA9}"/>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94152D98-065A-6AAD-726A-5BE905DF077B}"/>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02</a:t>
            </a:r>
          </a:p>
        </p:txBody>
      </p:sp>
      <p:sp>
        <p:nvSpPr>
          <p:cNvPr id="10" name="Rectangle: Rounded Corners 9">
            <a:extLst>
              <a:ext uri="{FF2B5EF4-FFF2-40B4-BE49-F238E27FC236}">
                <a16:creationId xmlns:a16="http://schemas.microsoft.com/office/drawing/2014/main" id="{8EF57F7F-1CFF-470E-11E1-3BA18AE79369}"/>
              </a:ext>
            </a:extLst>
          </p:cNvPr>
          <p:cNvSpPr/>
          <p:nvPr/>
        </p:nvSpPr>
        <p:spPr>
          <a:xfrm>
            <a:off x="482600" y="2438400"/>
            <a:ext cx="1511300" cy="14478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403892E8-1EC3-07DD-92E2-C5C041A180AF}"/>
              </a:ext>
            </a:extLst>
          </p:cNvPr>
          <p:cNvSpPr/>
          <p:nvPr/>
        </p:nvSpPr>
        <p:spPr>
          <a:xfrm>
            <a:off x="482600" y="2590800"/>
            <a:ext cx="63500" cy="11430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37978755-3525-306A-9FF1-8AFA874912E7}"/>
              </a:ext>
            </a:extLst>
          </p:cNvPr>
          <p:cNvSpPr txBox="1"/>
          <p:nvPr/>
        </p:nvSpPr>
        <p:spPr>
          <a:xfrm>
            <a:off x="685800" y="2590800"/>
            <a:ext cx="11557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01  INTAKE</a:t>
            </a:r>
          </a:p>
        </p:txBody>
      </p:sp>
      <p:sp>
        <p:nvSpPr>
          <p:cNvPr id="13" name="TextBox 12">
            <a:extLst>
              <a:ext uri="{FF2B5EF4-FFF2-40B4-BE49-F238E27FC236}">
                <a16:creationId xmlns:a16="http://schemas.microsoft.com/office/drawing/2014/main" id="{AA578639-BD15-6B80-E647-C1991D2BFD75}"/>
              </a:ext>
            </a:extLst>
          </p:cNvPr>
          <p:cNvSpPr txBox="1"/>
          <p:nvPr/>
        </p:nvSpPr>
        <p:spPr>
          <a:xfrm>
            <a:off x="685800" y="3009900"/>
            <a:ext cx="1130300" cy="276999"/>
          </a:xfrm>
          <a:prstGeom prst="rect">
            <a:avLst/>
          </a:prstGeom>
          <a:noFill/>
        </p:spPr>
        <p:txBody>
          <a:bodyPr vert="horz" wrap="square" lIns="0" tIns="0" rIns="0" bIns="0" rtlCol="0">
            <a:noAutofit/>
          </a:bodyPr>
          <a:lstStyle/>
          <a:p>
            <a:r>
              <a:rPr lang="en-PH" sz="1200">
                <a:solidFill>
                  <a:srgbClr val="233042"/>
                </a:solidFill>
                <a:latin typeface="Aptos" panose="020B0004020202020204" pitchFamily="34" charset="0"/>
              </a:rPr>
              <a:t>Receive or import</a:t>
            </a:r>
          </a:p>
        </p:txBody>
      </p:sp>
      <p:sp>
        <p:nvSpPr>
          <p:cNvPr id="14" name="Arrow: Right 13">
            <a:extLst>
              <a:ext uri="{FF2B5EF4-FFF2-40B4-BE49-F238E27FC236}">
                <a16:creationId xmlns:a16="http://schemas.microsoft.com/office/drawing/2014/main" id="{2FA37E8B-62FB-5B82-9E3A-5AB4D29D7C5A}"/>
              </a:ext>
            </a:extLst>
          </p:cNvPr>
          <p:cNvSpPr/>
          <p:nvPr/>
        </p:nvSpPr>
        <p:spPr>
          <a:xfrm>
            <a:off x="2019300" y="2984500"/>
            <a:ext cx="139700" cy="2286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Rounded Corners 14">
            <a:extLst>
              <a:ext uri="{FF2B5EF4-FFF2-40B4-BE49-F238E27FC236}">
                <a16:creationId xmlns:a16="http://schemas.microsoft.com/office/drawing/2014/main" id="{3A4A07F9-C1E7-7B37-46BE-DA238B613EB8}"/>
              </a:ext>
            </a:extLst>
          </p:cNvPr>
          <p:cNvSpPr/>
          <p:nvPr/>
        </p:nvSpPr>
        <p:spPr>
          <a:xfrm>
            <a:off x="2171700" y="2438400"/>
            <a:ext cx="1511300" cy="1447800"/>
          </a:xfrm>
          <a:prstGeom prst="roundRect">
            <a:avLst/>
          </a:prstGeom>
          <a:solidFill>
            <a:srgbClr val="E7F0FA"/>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D4873841-4260-6A07-B274-0FB99B37D389}"/>
              </a:ext>
            </a:extLst>
          </p:cNvPr>
          <p:cNvSpPr/>
          <p:nvPr/>
        </p:nvSpPr>
        <p:spPr>
          <a:xfrm>
            <a:off x="2171700" y="2590800"/>
            <a:ext cx="63500" cy="11430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TextBox 16">
            <a:extLst>
              <a:ext uri="{FF2B5EF4-FFF2-40B4-BE49-F238E27FC236}">
                <a16:creationId xmlns:a16="http://schemas.microsoft.com/office/drawing/2014/main" id="{01468133-853B-0DC3-CE8B-7A11E36E2899}"/>
              </a:ext>
            </a:extLst>
          </p:cNvPr>
          <p:cNvSpPr txBox="1"/>
          <p:nvPr/>
        </p:nvSpPr>
        <p:spPr>
          <a:xfrm>
            <a:off x="2374900" y="2590800"/>
            <a:ext cx="11557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02  REGISTER</a:t>
            </a:r>
          </a:p>
        </p:txBody>
      </p:sp>
      <p:sp>
        <p:nvSpPr>
          <p:cNvPr id="18" name="TextBox 17">
            <a:extLst>
              <a:ext uri="{FF2B5EF4-FFF2-40B4-BE49-F238E27FC236}">
                <a16:creationId xmlns:a16="http://schemas.microsoft.com/office/drawing/2014/main" id="{116A719B-1760-318E-4723-F402C0BAC672}"/>
              </a:ext>
            </a:extLst>
          </p:cNvPr>
          <p:cNvSpPr txBox="1"/>
          <p:nvPr/>
        </p:nvSpPr>
        <p:spPr>
          <a:xfrm>
            <a:off x="2374900" y="3009900"/>
            <a:ext cx="1130300" cy="276999"/>
          </a:xfrm>
          <a:prstGeom prst="rect">
            <a:avLst/>
          </a:prstGeom>
          <a:noFill/>
        </p:spPr>
        <p:txBody>
          <a:bodyPr vert="horz" wrap="square" lIns="0" tIns="0" rIns="0" bIns="0" rtlCol="0">
            <a:noAutofit/>
          </a:bodyPr>
          <a:lstStyle/>
          <a:p>
            <a:r>
              <a:rPr lang="en-PH" sz="1200">
                <a:solidFill>
                  <a:srgbClr val="233042"/>
                </a:solidFill>
                <a:latin typeface="Aptos" panose="020B0004020202020204" pitchFamily="34" charset="0"/>
              </a:rPr>
              <a:t>Capture details</a:t>
            </a:r>
          </a:p>
        </p:txBody>
      </p:sp>
      <p:sp>
        <p:nvSpPr>
          <p:cNvPr id="19" name="Arrow: Right 18">
            <a:extLst>
              <a:ext uri="{FF2B5EF4-FFF2-40B4-BE49-F238E27FC236}">
                <a16:creationId xmlns:a16="http://schemas.microsoft.com/office/drawing/2014/main" id="{48A5B391-61E1-B3BB-5E70-476A885122CD}"/>
              </a:ext>
            </a:extLst>
          </p:cNvPr>
          <p:cNvSpPr/>
          <p:nvPr/>
        </p:nvSpPr>
        <p:spPr>
          <a:xfrm>
            <a:off x="3708400" y="2984500"/>
            <a:ext cx="139700" cy="2286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Rounded Corners 19">
            <a:extLst>
              <a:ext uri="{FF2B5EF4-FFF2-40B4-BE49-F238E27FC236}">
                <a16:creationId xmlns:a16="http://schemas.microsoft.com/office/drawing/2014/main" id="{38C7ADE8-094E-A833-84AC-697FCE37E0DF}"/>
              </a:ext>
            </a:extLst>
          </p:cNvPr>
          <p:cNvSpPr/>
          <p:nvPr/>
        </p:nvSpPr>
        <p:spPr>
          <a:xfrm>
            <a:off x="3860800" y="2438400"/>
            <a:ext cx="1511300" cy="14478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Rectangle 20">
            <a:extLst>
              <a:ext uri="{FF2B5EF4-FFF2-40B4-BE49-F238E27FC236}">
                <a16:creationId xmlns:a16="http://schemas.microsoft.com/office/drawing/2014/main" id="{13D93455-FF1B-CCA5-085D-FF01B3A7C3CC}"/>
              </a:ext>
            </a:extLst>
          </p:cNvPr>
          <p:cNvSpPr/>
          <p:nvPr/>
        </p:nvSpPr>
        <p:spPr>
          <a:xfrm>
            <a:off x="3860800" y="2590800"/>
            <a:ext cx="63500" cy="11430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a:extLst>
              <a:ext uri="{FF2B5EF4-FFF2-40B4-BE49-F238E27FC236}">
                <a16:creationId xmlns:a16="http://schemas.microsoft.com/office/drawing/2014/main" id="{F4AAA8B1-C705-7401-B1FC-BA7BEDDBFA6C}"/>
              </a:ext>
            </a:extLst>
          </p:cNvPr>
          <p:cNvSpPr txBox="1"/>
          <p:nvPr/>
        </p:nvSpPr>
        <p:spPr>
          <a:xfrm>
            <a:off x="4064000" y="2590800"/>
            <a:ext cx="11557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03  ASSIGN</a:t>
            </a:r>
          </a:p>
        </p:txBody>
      </p:sp>
      <p:sp>
        <p:nvSpPr>
          <p:cNvPr id="23" name="TextBox 22">
            <a:extLst>
              <a:ext uri="{FF2B5EF4-FFF2-40B4-BE49-F238E27FC236}">
                <a16:creationId xmlns:a16="http://schemas.microsoft.com/office/drawing/2014/main" id="{17BB9149-74E1-7D93-829B-1844F494CBCA}"/>
              </a:ext>
            </a:extLst>
          </p:cNvPr>
          <p:cNvSpPr txBox="1"/>
          <p:nvPr/>
        </p:nvSpPr>
        <p:spPr>
          <a:xfrm>
            <a:off x="4064000" y="3009900"/>
            <a:ext cx="1130300" cy="276999"/>
          </a:xfrm>
          <a:prstGeom prst="rect">
            <a:avLst/>
          </a:prstGeom>
          <a:noFill/>
        </p:spPr>
        <p:txBody>
          <a:bodyPr vert="horz" wrap="square" lIns="0" tIns="0" rIns="0" bIns="0" rtlCol="0">
            <a:noAutofit/>
          </a:bodyPr>
          <a:lstStyle/>
          <a:p>
            <a:r>
              <a:rPr lang="en-PH" sz="1200">
                <a:solidFill>
                  <a:srgbClr val="233042"/>
                </a:solidFill>
                <a:latin typeface="Aptos" panose="020B0004020202020204" pitchFamily="34" charset="0"/>
              </a:rPr>
              <a:t>Send to staff</a:t>
            </a:r>
          </a:p>
        </p:txBody>
      </p:sp>
      <p:sp>
        <p:nvSpPr>
          <p:cNvPr id="24" name="Arrow: Right 23">
            <a:extLst>
              <a:ext uri="{FF2B5EF4-FFF2-40B4-BE49-F238E27FC236}">
                <a16:creationId xmlns:a16="http://schemas.microsoft.com/office/drawing/2014/main" id="{C71F1AB4-9F42-5FDD-BE9F-8A5F940E5515}"/>
              </a:ext>
            </a:extLst>
          </p:cNvPr>
          <p:cNvSpPr/>
          <p:nvPr/>
        </p:nvSpPr>
        <p:spPr>
          <a:xfrm>
            <a:off x="5397500" y="2984500"/>
            <a:ext cx="139700" cy="2286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5" name="Rectangle: Rounded Corners 24">
            <a:extLst>
              <a:ext uri="{FF2B5EF4-FFF2-40B4-BE49-F238E27FC236}">
                <a16:creationId xmlns:a16="http://schemas.microsoft.com/office/drawing/2014/main" id="{37F29886-2E93-6F3C-170C-A12E5636B493}"/>
              </a:ext>
            </a:extLst>
          </p:cNvPr>
          <p:cNvSpPr/>
          <p:nvPr/>
        </p:nvSpPr>
        <p:spPr>
          <a:xfrm>
            <a:off x="5549900" y="2438400"/>
            <a:ext cx="1511300" cy="1447800"/>
          </a:xfrm>
          <a:prstGeom prst="roundRect">
            <a:avLst/>
          </a:prstGeom>
          <a:solidFill>
            <a:srgbClr val="E7F0FA"/>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945681A1-193D-6834-B029-6DB20282535B}"/>
              </a:ext>
            </a:extLst>
          </p:cNvPr>
          <p:cNvSpPr/>
          <p:nvPr/>
        </p:nvSpPr>
        <p:spPr>
          <a:xfrm>
            <a:off x="5549900" y="2590800"/>
            <a:ext cx="63500" cy="11430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7" name="TextBox 26">
            <a:extLst>
              <a:ext uri="{FF2B5EF4-FFF2-40B4-BE49-F238E27FC236}">
                <a16:creationId xmlns:a16="http://schemas.microsoft.com/office/drawing/2014/main" id="{84EABD67-59FE-BC1D-5B11-DC8E88525FBA}"/>
              </a:ext>
            </a:extLst>
          </p:cNvPr>
          <p:cNvSpPr txBox="1"/>
          <p:nvPr/>
        </p:nvSpPr>
        <p:spPr>
          <a:xfrm>
            <a:off x="5753100" y="2590800"/>
            <a:ext cx="11557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04  REVIEW</a:t>
            </a:r>
          </a:p>
        </p:txBody>
      </p:sp>
      <p:sp>
        <p:nvSpPr>
          <p:cNvPr id="28" name="TextBox 27">
            <a:extLst>
              <a:ext uri="{FF2B5EF4-FFF2-40B4-BE49-F238E27FC236}">
                <a16:creationId xmlns:a16="http://schemas.microsoft.com/office/drawing/2014/main" id="{45DB171E-8919-E720-FC1D-32FBBA1FD541}"/>
              </a:ext>
            </a:extLst>
          </p:cNvPr>
          <p:cNvSpPr txBox="1"/>
          <p:nvPr/>
        </p:nvSpPr>
        <p:spPr>
          <a:xfrm>
            <a:off x="5753100" y="3009900"/>
            <a:ext cx="1130300" cy="276999"/>
          </a:xfrm>
          <a:prstGeom prst="rect">
            <a:avLst/>
          </a:prstGeom>
          <a:noFill/>
        </p:spPr>
        <p:txBody>
          <a:bodyPr vert="horz" wrap="square" lIns="0" tIns="0" rIns="0" bIns="0" rtlCol="0">
            <a:noAutofit/>
          </a:bodyPr>
          <a:lstStyle/>
          <a:p>
            <a:r>
              <a:rPr lang="en-PH" sz="1200">
                <a:solidFill>
                  <a:srgbClr val="233042"/>
                </a:solidFill>
                <a:latin typeface="Aptos" panose="020B0004020202020204" pitchFamily="34" charset="0"/>
              </a:rPr>
              <a:t>Process and update</a:t>
            </a:r>
          </a:p>
        </p:txBody>
      </p:sp>
      <p:sp>
        <p:nvSpPr>
          <p:cNvPr id="29" name="Arrow: Right 28">
            <a:extLst>
              <a:ext uri="{FF2B5EF4-FFF2-40B4-BE49-F238E27FC236}">
                <a16:creationId xmlns:a16="http://schemas.microsoft.com/office/drawing/2014/main" id="{00342B87-6A45-F94C-3908-7FAAEB8829AB}"/>
              </a:ext>
            </a:extLst>
          </p:cNvPr>
          <p:cNvSpPr/>
          <p:nvPr/>
        </p:nvSpPr>
        <p:spPr>
          <a:xfrm>
            <a:off x="7086600" y="2984500"/>
            <a:ext cx="139700" cy="2286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ectangle: Rounded Corners 29">
            <a:extLst>
              <a:ext uri="{FF2B5EF4-FFF2-40B4-BE49-F238E27FC236}">
                <a16:creationId xmlns:a16="http://schemas.microsoft.com/office/drawing/2014/main" id="{3A65996A-6EEB-BA81-B817-0483544A5418}"/>
              </a:ext>
            </a:extLst>
          </p:cNvPr>
          <p:cNvSpPr/>
          <p:nvPr/>
        </p:nvSpPr>
        <p:spPr>
          <a:xfrm>
            <a:off x="7239000" y="2438400"/>
            <a:ext cx="1511300" cy="14478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Rectangle 30">
            <a:extLst>
              <a:ext uri="{FF2B5EF4-FFF2-40B4-BE49-F238E27FC236}">
                <a16:creationId xmlns:a16="http://schemas.microsoft.com/office/drawing/2014/main" id="{5A0A11E5-6ED1-0D29-0CAC-2A45F35F1FFD}"/>
              </a:ext>
            </a:extLst>
          </p:cNvPr>
          <p:cNvSpPr/>
          <p:nvPr/>
        </p:nvSpPr>
        <p:spPr>
          <a:xfrm>
            <a:off x="7239000" y="2590800"/>
            <a:ext cx="63500" cy="11430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2" name="TextBox 31">
            <a:extLst>
              <a:ext uri="{FF2B5EF4-FFF2-40B4-BE49-F238E27FC236}">
                <a16:creationId xmlns:a16="http://schemas.microsoft.com/office/drawing/2014/main" id="{1A968408-889B-6DB5-33CB-87BBBCD367D5}"/>
              </a:ext>
            </a:extLst>
          </p:cNvPr>
          <p:cNvSpPr txBox="1"/>
          <p:nvPr/>
        </p:nvSpPr>
        <p:spPr>
          <a:xfrm>
            <a:off x="7442200" y="2590800"/>
            <a:ext cx="11557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05  ROUTE</a:t>
            </a:r>
          </a:p>
        </p:txBody>
      </p:sp>
      <p:sp>
        <p:nvSpPr>
          <p:cNvPr id="33" name="TextBox 32">
            <a:extLst>
              <a:ext uri="{FF2B5EF4-FFF2-40B4-BE49-F238E27FC236}">
                <a16:creationId xmlns:a16="http://schemas.microsoft.com/office/drawing/2014/main" id="{2B22A0A7-D9AB-EADD-B6A1-8E59168958E1}"/>
              </a:ext>
            </a:extLst>
          </p:cNvPr>
          <p:cNvSpPr txBox="1"/>
          <p:nvPr/>
        </p:nvSpPr>
        <p:spPr>
          <a:xfrm>
            <a:off x="7442200" y="3009900"/>
            <a:ext cx="1130300" cy="276999"/>
          </a:xfrm>
          <a:prstGeom prst="rect">
            <a:avLst/>
          </a:prstGeom>
          <a:noFill/>
        </p:spPr>
        <p:txBody>
          <a:bodyPr vert="horz" wrap="square" lIns="0" tIns="0" rIns="0" bIns="0" rtlCol="0">
            <a:noAutofit/>
          </a:bodyPr>
          <a:lstStyle/>
          <a:p>
            <a:r>
              <a:rPr lang="en-PH" sz="1200">
                <a:solidFill>
                  <a:srgbClr val="233042"/>
                </a:solidFill>
                <a:latin typeface="Aptos" panose="020B0004020202020204" pitchFamily="34" charset="0"/>
              </a:rPr>
              <a:t>Send and receive</a:t>
            </a:r>
          </a:p>
        </p:txBody>
      </p:sp>
      <p:sp>
        <p:nvSpPr>
          <p:cNvPr id="34" name="Arrow: Right 33">
            <a:extLst>
              <a:ext uri="{FF2B5EF4-FFF2-40B4-BE49-F238E27FC236}">
                <a16:creationId xmlns:a16="http://schemas.microsoft.com/office/drawing/2014/main" id="{97046C00-39A1-80B3-B543-6B63B2F1C370}"/>
              </a:ext>
            </a:extLst>
          </p:cNvPr>
          <p:cNvSpPr/>
          <p:nvPr/>
        </p:nvSpPr>
        <p:spPr>
          <a:xfrm>
            <a:off x="8775700" y="2984500"/>
            <a:ext cx="139700" cy="2286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5" name="Rectangle: Rounded Corners 34">
            <a:extLst>
              <a:ext uri="{FF2B5EF4-FFF2-40B4-BE49-F238E27FC236}">
                <a16:creationId xmlns:a16="http://schemas.microsoft.com/office/drawing/2014/main" id="{A41791A8-5038-866D-A639-DFF6E361726C}"/>
              </a:ext>
            </a:extLst>
          </p:cNvPr>
          <p:cNvSpPr/>
          <p:nvPr/>
        </p:nvSpPr>
        <p:spPr>
          <a:xfrm>
            <a:off x="8928100" y="2438400"/>
            <a:ext cx="1511300" cy="1447800"/>
          </a:xfrm>
          <a:prstGeom prst="roundRect">
            <a:avLst/>
          </a:prstGeom>
          <a:solidFill>
            <a:srgbClr val="E7F0FA"/>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6" name="Rectangle 35">
            <a:extLst>
              <a:ext uri="{FF2B5EF4-FFF2-40B4-BE49-F238E27FC236}">
                <a16:creationId xmlns:a16="http://schemas.microsoft.com/office/drawing/2014/main" id="{53040C84-F546-D7AC-E88C-A866F67F2DC1}"/>
              </a:ext>
            </a:extLst>
          </p:cNvPr>
          <p:cNvSpPr/>
          <p:nvPr/>
        </p:nvSpPr>
        <p:spPr>
          <a:xfrm>
            <a:off x="8928100" y="2590800"/>
            <a:ext cx="63500" cy="11430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7" name="TextBox 36">
            <a:extLst>
              <a:ext uri="{FF2B5EF4-FFF2-40B4-BE49-F238E27FC236}">
                <a16:creationId xmlns:a16="http://schemas.microsoft.com/office/drawing/2014/main" id="{0B77A97D-067D-9B22-972F-7B349379E78D}"/>
              </a:ext>
            </a:extLst>
          </p:cNvPr>
          <p:cNvSpPr txBox="1"/>
          <p:nvPr/>
        </p:nvSpPr>
        <p:spPr>
          <a:xfrm>
            <a:off x="9131300" y="2590800"/>
            <a:ext cx="11557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06  TRACK</a:t>
            </a:r>
          </a:p>
        </p:txBody>
      </p:sp>
      <p:sp>
        <p:nvSpPr>
          <p:cNvPr id="38" name="TextBox 37">
            <a:extLst>
              <a:ext uri="{FF2B5EF4-FFF2-40B4-BE49-F238E27FC236}">
                <a16:creationId xmlns:a16="http://schemas.microsoft.com/office/drawing/2014/main" id="{E58CCE59-75B5-A56D-32AE-6E917B293F74}"/>
              </a:ext>
            </a:extLst>
          </p:cNvPr>
          <p:cNvSpPr txBox="1"/>
          <p:nvPr/>
        </p:nvSpPr>
        <p:spPr>
          <a:xfrm>
            <a:off x="9131300" y="3009900"/>
            <a:ext cx="1130300" cy="276999"/>
          </a:xfrm>
          <a:prstGeom prst="rect">
            <a:avLst/>
          </a:prstGeom>
          <a:noFill/>
        </p:spPr>
        <p:txBody>
          <a:bodyPr vert="horz" wrap="square" lIns="0" tIns="0" rIns="0" bIns="0" rtlCol="0">
            <a:noAutofit/>
          </a:bodyPr>
          <a:lstStyle/>
          <a:p>
            <a:r>
              <a:rPr lang="en-PH" sz="1200">
                <a:solidFill>
                  <a:srgbClr val="233042"/>
                </a:solidFill>
                <a:latin typeface="Aptos" panose="020B0004020202020204" pitchFamily="34" charset="0"/>
              </a:rPr>
              <a:t>Monitor progress</a:t>
            </a:r>
          </a:p>
        </p:txBody>
      </p:sp>
      <p:sp>
        <p:nvSpPr>
          <p:cNvPr id="39" name="Arrow: Right 38">
            <a:extLst>
              <a:ext uri="{FF2B5EF4-FFF2-40B4-BE49-F238E27FC236}">
                <a16:creationId xmlns:a16="http://schemas.microsoft.com/office/drawing/2014/main" id="{296D6BCF-CDEE-D408-14C3-64D3C0346C4C}"/>
              </a:ext>
            </a:extLst>
          </p:cNvPr>
          <p:cNvSpPr/>
          <p:nvPr/>
        </p:nvSpPr>
        <p:spPr>
          <a:xfrm>
            <a:off x="10464800" y="2984500"/>
            <a:ext cx="139700" cy="2286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0" name="Rectangle: Rounded Corners 39">
            <a:extLst>
              <a:ext uri="{FF2B5EF4-FFF2-40B4-BE49-F238E27FC236}">
                <a16:creationId xmlns:a16="http://schemas.microsoft.com/office/drawing/2014/main" id="{93F6D548-392A-319B-FD08-BF2EC250FBF4}"/>
              </a:ext>
            </a:extLst>
          </p:cNvPr>
          <p:cNvSpPr/>
          <p:nvPr/>
        </p:nvSpPr>
        <p:spPr>
          <a:xfrm>
            <a:off x="10617200" y="2438400"/>
            <a:ext cx="1511300" cy="14478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1" name="Rectangle 40">
            <a:extLst>
              <a:ext uri="{FF2B5EF4-FFF2-40B4-BE49-F238E27FC236}">
                <a16:creationId xmlns:a16="http://schemas.microsoft.com/office/drawing/2014/main" id="{7F3F1E15-995E-18D4-BD3D-9A56F65D9F55}"/>
              </a:ext>
            </a:extLst>
          </p:cNvPr>
          <p:cNvSpPr/>
          <p:nvPr/>
        </p:nvSpPr>
        <p:spPr>
          <a:xfrm>
            <a:off x="10617200" y="2590800"/>
            <a:ext cx="63500" cy="11430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2" name="TextBox 41">
            <a:extLst>
              <a:ext uri="{FF2B5EF4-FFF2-40B4-BE49-F238E27FC236}">
                <a16:creationId xmlns:a16="http://schemas.microsoft.com/office/drawing/2014/main" id="{236A6FE8-E7CB-6DB6-D6B9-7FE1BACA2D48}"/>
              </a:ext>
            </a:extLst>
          </p:cNvPr>
          <p:cNvSpPr txBox="1"/>
          <p:nvPr/>
        </p:nvSpPr>
        <p:spPr>
          <a:xfrm>
            <a:off x="10820400" y="2590800"/>
            <a:ext cx="11557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07  ARCHIVE</a:t>
            </a:r>
          </a:p>
        </p:txBody>
      </p:sp>
      <p:sp>
        <p:nvSpPr>
          <p:cNvPr id="43" name="TextBox 42">
            <a:extLst>
              <a:ext uri="{FF2B5EF4-FFF2-40B4-BE49-F238E27FC236}">
                <a16:creationId xmlns:a16="http://schemas.microsoft.com/office/drawing/2014/main" id="{AB0D6B13-EED3-06B6-5F11-82486A12B220}"/>
              </a:ext>
            </a:extLst>
          </p:cNvPr>
          <p:cNvSpPr txBox="1"/>
          <p:nvPr/>
        </p:nvSpPr>
        <p:spPr>
          <a:xfrm>
            <a:off x="10820400" y="3009900"/>
            <a:ext cx="1130300" cy="276999"/>
          </a:xfrm>
          <a:prstGeom prst="rect">
            <a:avLst/>
          </a:prstGeom>
          <a:noFill/>
        </p:spPr>
        <p:txBody>
          <a:bodyPr vert="horz" wrap="square" lIns="0" tIns="0" rIns="0" bIns="0" rtlCol="0">
            <a:noAutofit/>
          </a:bodyPr>
          <a:lstStyle/>
          <a:p>
            <a:r>
              <a:rPr lang="en-PH" sz="1200">
                <a:solidFill>
                  <a:srgbClr val="233042"/>
                </a:solidFill>
                <a:latin typeface="Aptos" panose="020B0004020202020204" pitchFamily="34" charset="0"/>
              </a:rPr>
              <a:t>Restore if needed</a:t>
            </a:r>
          </a:p>
        </p:txBody>
      </p:sp>
      <p:sp>
        <p:nvSpPr>
          <p:cNvPr id="44" name="Rectangle: Rounded Corners 43">
            <a:extLst>
              <a:ext uri="{FF2B5EF4-FFF2-40B4-BE49-F238E27FC236}">
                <a16:creationId xmlns:a16="http://schemas.microsoft.com/office/drawing/2014/main" id="{51599B57-0435-DC7C-CB4B-A9FF69950E9C}"/>
              </a:ext>
            </a:extLst>
          </p:cNvPr>
          <p:cNvSpPr/>
          <p:nvPr/>
        </p:nvSpPr>
        <p:spPr>
          <a:xfrm>
            <a:off x="1092200" y="4406900"/>
            <a:ext cx="4572000" cy="1422400"/>
          </a:xfrm>
          <a:prstGeom prst="roundRect">
            <a:avLst/>
          </a:prstGeom>
          <a:solidFill>
            <a:srgbClr val="E4F5F4"/>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5" name="Rectangle 44">
            <a:extLst>
              <a:ext uri="{FF2B5EF4-FFF2-40B4-BE49-F238E27FC236}">
                <a16:creationId xmlns:a16="http://schemas.microsoft.com/office/drawing/2014/main" id="{78328758-9DE2-47DD-2C0E-B42006A6E7C4}"/>
              </a:ext>
            </a:extLst>
          </p:cNvPr>
          <p:cNvSpPr/>
          <p:nvPr/>
        </p:nvSpPr>
        <p:spPr>
          <a:xfrm>
            <a:off x="1092200" y="4559300"/>
            <a:ext cx="63500" cy="11176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6" name="TextBox 45">
            <a:extLst>
              <a:ext uri="{FF2B5EF4-FFF2-40B4-BE49-F238E27FC236}">
                <a16:creationId xmlns:a16="http://schemas.microsoft.com/office/drawing/2014/main" id="{B9AFA9E9-D7DF-C64C-0845-F48D3249411A}"/>
              </a:ext>
            </a:extLst>
          </p:cNvPr>
          <p:cNvSpPr txBox="1"/>
          <p:nvPr/>
        </p:nvSpPr>
        <p:spPr>
          <a:xfrm>
            <a:off x="1295400" y="4559300"/>
            <a:ext cx="4216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SUPPORTING WORKFLOWS</a:t>
            </a:r>
          </a:p>
        </p:txBody>
      </p:sp>
      <p:sp>
        <p:nvSpPr>
          <p:cNvPr id="47" name="TextBox 46">
            <a:extLst>
              <a:ext uri="{FF2B5EF4-FFF2-40B4-BE49-F238E27FC236}">
                <a16:creationId xmlns:a16="http://schemas.microsoft.com/office/drawing/2014/main" id="{6A5EAE74-00B4-10B2-944B-12BD23EF9A2A}"/>
              </a:ext>
            </a:extLst>
          </p:cNvPr>
          <p:cNvSpPr txBox="1"/>
          <p:nvPr/>
        </p:nvSpPr>
        <p:spPr>
          <a:xfrm>
            <a:off x="1295400" y="4978400"/>
            <a:ext cx="41910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User registration and approval - roles and permissions - password recovery - confidential access requests</a:t>
            </a:r>
            <a:endParaRPr lang="en-PH" sz="1400">
              <a:solidFill>
                <a:srgbClr val="233042"/>
              </a:solidFill>
              <a:latin typeface="Aptos" panose="020B0004020202020204" pitchFamily="34" charset="0"/>
            </a:endParaRPr>
          </a:p>
        </p:txBody>
      </p:sp>
      <p:sp>
        <p:nvSpPr>
          <p:cNvPr id="48" name="Rectangle: Rounded Corners 47">
            <a:extLst>
              <a:ext uri="{FF2B5EF4-FFF2-40B4-BE49-F238E27FC236}">
                <a16:creationId xmlns:a16="http://schemas.microsoft.com/office/drawing/2014/main" id="{592B9633-6E7F-767F-82B1-72898C9E9101}"/>
              </a:ext>
            </a:extLst>
          </p:cNvPr>
          <p:cNvSpPr/>
          <p:nvPr/>
        </p:nvSpPr>
        <p:spPr>
          <a:xfrm>
            <a:off x="6527800" y="4406900"/>
            <a:ext cx="4572000" cy="1422400"/>
          </a:xfrm>
          <a:prstGeom prst="roundRect">
            <a:avLst/>
          </a:prstGeom>
          <a:solidFill>
            <a:srgbClr val="FBF5E4"/>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9" name="Rectangle 48">
            <a:extLst>
              <a:ext uri="{FF2B5EF4-FFF2-40B4-BE49-F238E27FC236}">
                <a16:creationId xmlns:a16="http://schemas.microsoft.com/office/drawing/2014/main" id="{A1A007E5-2B8E-95E2-D232-495A53557648}"/>
              </a:ext>
            </a:extLst>
          </p:cNvPr>
          <p:cNvSpPr/>
          <p:nvPr/>
        </p:nvSpPr>
        <p:spPr>
          <a:xfrm>
            <a:off x="6527800" y="4559300"/>
            <a:ext cx="63500" cy="11176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0" name="TextBox 49">
            <a:extLst>
              <a:ext uri="{FF2B5EF4-FFF2-40B4-BE49-F238E27FC236}">
                <a16:creationId xmlns:a16="http://schemas.microsoft.com/office/drawing/2014/main" id="{99F73EBF-9FB2-459C-798D-5F735E519DBE}"/>
              </a:ext>
            </a:extLst>
          </p:cNvPr>
          <p:cNvSpPr txBox="1"/>
          <p:nvPr/>
        </p:nvSpPr>
        <p:spPr>
          <a:xfrm>
            <a:off x="6731000" y="4559300"/>
            <a:ext cx="4216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OVERSIGHT AND CONTROL</a:t>
            </a:r>
          </a:p>
        </p:txBody>
      </p:sp>
      <p:sp>
        <p:nvSpPr>
          <p:cNvPr id="51" name="TextBox 50">
            <a:extLst>
              <a:ext uri="{FF2B5EF4-FFF2-40B4-BE49-F238E27FC236}">
                <a16:creationId xmlns:a16="http://schemas.microsoft.com/office/drawing/2014/main" id="{3529082B-1429-76E8-31C2-2AB5B36CB428}"/>
              </a:ext>
            </a:extLst>
          </p:cNvPr>
          <p:cNvSpPr txBox="1"/>
          <p:nvPr/>
        </p:nvSpPr>
        <p:spPr>
          <a:xfrm>
            <a:off x="6731000" y="4978400"/>
            <a:ext cx="41910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Notifications - reports - audit trail - tracking slips - session and file-access safeguards</a:t>
            </a:r>
            <a:endParaRPr lang="en-PH" sz="1400">
              <a:solidFill>
                <a:srgbClr val="233042"/>
              </a:solidFill>
              <a:latin typeface="Aptos" panose="020B0004020202020204" pitchFamily="34" charset="0"/>
            </a:endParaRPr>
          </a:p>
        </p:txBody>
      </p:sp>
    </p:spTree>
    <p:extLst>
      <p:ext uri="{BB962C8B-B14F-4D97-AF65-F5344CB8AC3E}">
        <p14:creationId xmlns:p14="http://schemas.microsoft.com/office/powerpoint/2010/main" val="1187906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3DFE46-F5F4-2D61-BBFC-6D1AA9F9BEF6}"/>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EDE9DE54-CB9B-7289-4541-37DE03C0EDC9}"/>
              </a:ext>
            </a:extLst>
          </p:cNvPr>
          <p:cNvSpPr txBox="1"/>
          <p:nvPr/>
        </p:nvSpPr>
        <p:spPr>
          <a:xfrm>
            <a:off x="457200" y="190500"/>
            <a:ext cx="10287000" cy="276999"/>
          </a:xfrm>
          <a:prstGeom prst="rect">
            <a:avLst/>
          </a:prstGeom>
          <a:noFill/>
        </p:spPr>
        <p:txBody>
          <a:bodyPr vert="horz" wrap="square" lIns="0" tIns="0" rIns="0" bIns="0" rtlCol="0">
            <a:noAutofit/>
          </a:bodyPr>
          <a:lstStyle/>
          <a:p>
            <a:r>
              <a:rPr lang="en-PH" sz="2500" b="1">
                <a:solidFill>
                  <a:srgbClr val="FFFFFF"/>
                </a:solidFill>
                <a:latin typeface="Aptos" panose="020B0004020202020204" pitchFamily="34" charset="0"/>
              </a:rPr>
              <a:t>Who participates?</a:t>
            </a:r>
          </a:p>
        </p:txBody>
      </p:sp>
      <p:sp>
        <p:nvSpPr>
          <p:cNvPr id="4" name="TextBox 3">
            <a:extLst>
              <a:ext uri="{FF2B5EF4-FFF2-40B4-BE49-F238E27FC236}">
                <a16:creationId xmlns:a16="http://schemas.microsoft.com/office/drawing/2014/main" id="{67A152A3-35DE-0688-EE92-5D4F32FE17D2}"/>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Role permissions are configurable; these describe usual system responsibilities</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72FDF064-14E4-8967-B0A7-34097CC203D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C18692E4-ECFE-0EAC-4BE9-E69B04E7A3E6}"/>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87B96708-A40E-250B-24AA-4F99DED32909}"/>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B3FE6482-49F1-F0CE-0D05-7F79095A6056}"/>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03</a:t>
            </a:r>
          </a:p>
        </p:txBody>
      </p:sp>
      <p:sp>
        <p:nvSpPr>
          <p:cNvPr id="10" name="Rectangle: Rounded Corners 9">
            <a:extLst>
              <a:ext uri="{FF2B5EF4-FFF2-40B4-BE49-F238E27FC236}">
                <a16:creationId xmlns:a16="http://schemas.microsoft.com/office/drawing/2014/main" id="{29F31115-FBB4-0C48-14DC-479F6F07DE74}"/>
              </a:ext>
            </a:extLst>
          </p:cNvPr>
          <p:cNvSpPr/>
          <p:nvPr/>
        </p:nvSpPr>
        <p:spPr>
          <a:xfrm>
            <a:off x="457200" y="1549400"/>
            <a:ext cx="2667000" cy="1854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61248BAC-BFE3-A001-C438-3B902AFE73B3}"/>
              </a:ext>
            </a:extLst>
          </p:cNvPr>
          <p:cNvSpPr/>
          <p:nvPr/>
        </p:nvSpPr>
        <p:spPr>
          <a:xfrm>
            <a:off x="457200" y="1701800"/>
            <a:ext cx="63500" cy="15494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8E15F534-775B-C571-97AB-CEF604ADD637}"/>
              </a:ext>
            </a:extLst>
          </p:cNvPr>
          <p:cNvSpPr txBox="1"/>
          <p:nvPr/>
        </p:nvSpPr>
        <p:spPr>
          <a:xfrm>
            <a:off x="660400" y="1701800"/>
            <a:ext cx="2311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ADMIN</a:t>
            </a:r>
          </a:p>
        </p:txBody>
      </p:sp>
      <p:sp>
        <p:nvSpPr>
          <p:cNvPr id="13" name="TextBox 12">
            <a:extLst>
              <a:ext uri="{FF2B5EF4-FFF2-40B4-BE49-F238E27FC236}">
                <a16:creationId xmlns:a16="http://schemas.microsoft.com/office/drawing/2014/main" id="{C7549661-493A-30C0-B2C7-B0F8CD8CC9E1}"/>
              </a:ext>
            </a:extLst>
          </p:cNvPr>
          <p:cNvSpPr txBox="1"/>
          <p:nvPr/>
        </p:nvSpPr>
        <p:spPr>
          <a:xfrm>
            <a:off x="660400" y="2120900"/>
            <a:ext cx="2286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Accounts, roles, settings, broad oversight, and outbound routing.</a:t>
            </a:r>
            <a:endParaRPr lang="en-PH" sz="1300">
              <a:solidFill>
                <a:srgbClr val="233042"/>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B465A078-B404-1C5C-5299-D0B7857059EB}"/>
              </a:ext>
            </a:extLst>
          </p:cNvPr>
          <p:cNvSpPr/>
          <p:nvPr/>
        </p:nvSpPr>
        <p:spPr>
          <a:xfrm>
            <a:off x="3314700" y="1549400"/>
            <a:ext cx="2667000" cy="1854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14">
            <a:extLst>
              <a:ext uri="{FF2B5EF4-FFF2-40B4-BE49-F238E27FC236}">
                <a16:creationId xmlns:a16="http://schemas.microsoft.com/office/drawing/2014/main" id="{AD1A5B7D-24E9-6C52-CA74-5997B999D30F}"/>
              </a:ext>
            </a:extLst>
          </p:cNvPr>
          <p:cNvSpPr/>
          <p:nvPr/>
        </p:nvSpPr>
        <p:spPr>
          <a:xfrm>
            <a:off x="3314700" y="1701800"/>
            <a:ext cx="63500" cy="15494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A97B1DF5-3AED-7E1D-9E62-A9BDF269EAC3}"/>
              </a:ext>
            </a:extLst>
          </p:cNvPr>
          <p:cNvSpPr txBox="1"/>
          <p:nvPr/>
        </p:nvSpPr>
        <p:spPr>
          <a:xfrm>
            <a:off x="3517900" y="1701800"/>
            <a:ext cx="2311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INCOMING</a:t>
            </a:r>
          </a:p>
        </p:txBody>
      </p:sp>
      <p:sp>
        <p:nvSpPr>
          <p:cNvPr id="17" name="TextBox 16">
            <a:extLst>
              <a:ext uri="{FF2B5EF4-FFF2-40B4-BE49-F238E27FC236}">
                <a16:creationId xmlns:a16="http://schemas.microsoft.com/office/drawing/2014/main" id="{E6ADA06D-65CD-86D6-ABB7-7DFCC8C176B8}"/>
              </a:ext>
            </a:extLst>
          </p:cNvPr>
          <p:cNvSpPr txBox="1"/>
          <p:nvPr/>
        </p:nvSpPr>
        <p:spPr>
          <a:xfrm>
            <a:off x="3517900" y="2120900"/>
            <a:ext cx="2286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Document intake, registration, assignment, Excel import, and tracking slips.</a:t>
            </a:r>
            <a:endParaRPr lang="en-PH" sz="1300">
              <a:solidFill>
                <a:srgbClr val="233042"/>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05C24CAE-D212-3172-8112-C94E65CFDE06}"/>
              </a:ext>
            </a:extLst>
          </p:cNvPr>
          <p:cNvSpPr/>
          <p:nvPr/>
        </p:nvSpPr>
        <p:spPr>
          <a:xfrm>
            <a:off x="6172200" y="1549400"/>
            <a:ext cx="2667000" cy="1854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a:extLst>
              <a:ext uri="{FF2B5EF4-FFF2-40B4-BE49-F238E27FC236}">
                <a16:creationId xmlns:a16="http://schemas.microsoft.com/office/drawing/2014/main" id="{E8B67956-5B56-06D5-0218-E1A0FC90A58C}"/>
              </a:ext>
            </a:extLst>
          </p:cNvPr>
          <p:cNvSpPr/>
          <p:nvPr/>
        </p:nvSpPr>
        <p:spPr>
          <a:xfrm>
            <a:off x="6172200" y="1701800"/>
            <a:ext cx="63500" cy="15494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TextBox 19">
            <a:extLst>
              <a:ext uri="{FF2B5EF4-FFF2-40B4-BE49-F238E27FC236}">
                <a16:creationId xmlns:a16="http://schemas.microsoft.com/office/drawing/2014/main" id="{7E088F21-8BB1-D777-05DE-91037797607D}"/>
              </a:ext>
            </a:extLst>
          </p:cNvPr>
          <p:cNvSpPr txBox="1"/>
          <p:nvPr/>
        </p:nvSpPr>
        <p:spPr>
          <a:xfrm>
            <a:off x="6375400" y="1701800"/>
            <a:ext cx="2311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OUTGOING</a:t>
            </a:r>
          </a:p>
        </p:txBody>
      </p:sp>
      <p:sp>
        <p:nvSpPr>
          <p:cNvPr id="21" name="TextBox 20">
            <a:extLst>
              <a:ext uri="{FF2B5EF4-FFF2-40B4-BE49-F238E27FC236}">
                <a16:creationId xmlns:a16="http://schemas.microsoft.com/office/drawing/2014/main" id="{632FD30C-0C8A-E90B-2BB5-B6FF778951FA}"/>
              </a:ext>
            </a:extLst>
          </p:cNvPr>
          <p:cNvSpPr txBox="1"/>
          <p:nvPr/>
        </p:nvSpPr>
        <p:spPr>
          <a:xfrm>
            <a:off x="6375400" y="2120900"/>
            <a:ext cx="2286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Outbound coordination and routing to other departments.</a:t>
            </a:r>
            <a:endParaRPr lang="en-PH" sz="1300">
              <a:solidFill>
                <a:srgbClr val="233042"/>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A2B7A603-FED0-CB4A-49AB-EC68A729F423}"/>
              </a:ext>
            </a:extLst>
          </p:cNvPr>
          <p:cNvSpPr/>
          <p:nvPr/>
        </p:nvSpPr>
        <p:spPr>
          <a:xfrm>
            <a:off x="9029700" y="1549400"/>
            <a:ext cx="2667000" cy="1854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3" name="Rectangle 22">
            <a:extLst>
              <a:ext uri="{FF2B5EF4-FFF2-40B4-BE49-F238E27FC236}">
                <a16:creationId xmlns:a16="http://schemas.microsoft.com/office/drawing/2014/main" id="{8A012B38-5F8F-C103-F4CE-D8C8C09289E5}"/>
              </a:ext>
            </a:extLst>
          </p:cNvPr>
          <p:cNvSpPr/>
          <p:nvPr/>
        </p:nvSpPr>
        <p:spPr>
          <a:xfrm>
            <a:off x="9029700" y="1701800"/>
            <a:ext cx="63500" cy="15494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TextBox 23">
            <a:extLst>
              <a:ext uri="{FF2B5EF4-FFF2-40B4-BE49-F238E27FC236}">
                <a16:creationId xmlns:a16="http://schemas.microsoft.com/office/drawing/2014/main" id="{0B06E909-7365-CD64-4EA3-1B9F89300D50}"/>
              </a:ext>
            </a:extLst>
          </p:cNvPr>
          <p:cNvSpPr txBox="1"/>
          <p:nvPr/>
        </p:nvSpPr>
        <p:spPr>
          <a:xfrm>
            <a:off x="9232900" y="1701800"/>
            <a:ext cx="2311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RECORDS OFFICER</a:t>
            </a:r>
          </a:p>
        </p:txBody>
      </p:sp>
      <p:sp>
        <p:nvSpPr>
          <p:cNvPr id="25" name="TextBox 24">
            <a:extLst>
              <a:ext uri="{FF2B5EF4-FFF2-40B4-BE49-F238E27FC236}">
                <a16:creationId xmlns:a16="http://schemas.microsoft.com/office/drawing/2014/main" id="{E24A4D60-FE5F-E980-45C3-FDB8E346886E}"/>
              </a:ext>
            </a:extLst>
          </p:cNvPr>
          <p:cNvSpPr txBox="1"/>
          <p:nvPr/>
        </p:nvSpPr>
        <p:spPr>
          <a:xfrm>
            <a:off x="9232900" y="2120900"/>
            <a:ext cx="2286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Records monitoring, internal routing, and archive work.</a:t>
            </a:r>
            <a:endParaRPr lang="en-PH" sz="1300">
              <a:solidFill>
                <a:srgbClr val="233042"/>
              </a:solidFill>
              <a:latin typeface="Aptos" panose="020B0004020202020204" pitchFamily="34" charset="0"/>
            </a:endParaRPr>
          </a:p>
        </p:txBody>
      </p:sp>
      <p:sp>
        <p:nvSpPr>
          <p:cNvPr id="26" name="Rectangle: Rounded Corners 25">
            <a:extLst>
              <a:ext uri="{FF2B5EF4-FFF2-40B4-BE49-F238E27FC236}">
                <a16:creationId xmlns:a16="http://schemas.microsoft.com/office/drawing/2014/main" id="{553312D9-93C0-9391-ED9B-08727364A5A5}"/>
              </a:ext>
            </a:extLst>
          </p:cNvPr>
          <p:cNvSpPr/>
          <p:nvPr/>
        </p:nvSpPr>
        <p:spPr>
          <a:xfrm>
            <a:off x="457200" y="3759200"/>
            <a:ext cx="2667000" cy="1854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7" name="Rectangle 26">
            <a:extLst>
              <a:ext uri="{FF2B5EF4-FFF2-40B4-BE49-F238E27FC236}">
                <a16:creationId xmlns:a16="http://schemas.microsoft.com/office/drawing/2014/main" id="{61ECE210-6813-D4D0-695D-CB893CD8824C}"/>
              </a:ext>
            </a:extLst>
          </p:cNvPr>
          <p:cNvSpPr/>
          <p:nvPr/>
        </p:nvSpPr>
        <p:spPr>
          <a:xfrm>
            <a:off x="457200" y="3911600"/>
            <a:ext cx="63500" cy="15494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TextBox 27">
            <a:extLst>
              <a:ext uri="{FF2B5EF4-FFF2-40B4-BE49-F238E27FC236}">
                <a16:creationId xmlns:a16="http://schemas.microsoft.com/office/drawing/2014/main" id="{1D9FE984-3CF2-C874-82A1-83F8C109DEAE}"/>
              </a:ext>
            </a:extLst>
          </p:cNvPr>
          <p:cNvSpPr txBox="1"/>
          <p:nvPr/>
        </p:nvSpPr>
        <p:spPr>
          <a:xfrm>
            <a:off x="660400" y="3911600"/>
            <a:ext cx="2311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CITY ATTORNEY</a:t>
            </a:r>
          </a:p>
        </p:txBody>
      </p:sp>
      <p:sp>
        <p:nvSpPr>
          <p:cNvPr id="29" name="TextBox 28">
            <a:extLst>
              <a:ext uri="{FF2B5EF4-FFF2-40B4-BE49-F238E27FC236}">
                <a16:creationId xmlns:a16="http://schemas.microsoft.com/office/drawing/2014/main" id="{51064EEF-BC9A-6C47-DE39-FC78C43B399A}"/>
              </a:ext>
            </a:extLst>
          </p:cNvPr>
          <p:cNvSpPr txBox="1"/>
          <p:nvPr/>
        </p:nvSpPr>
        <p:spPr>
          <a:xfrm>
            <a:off x="660400" y="4330700"/>
            <a:ext cx="2286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Authorized legal review and document processing.</a:t>
            </a:r>
            <a:endParaRPr lang="en-PH" sz="1300">
              <a:solidFill>
                <a:srgbClr val="233042"/>
              </a:solidFill>
              <a:latin typeface="Aptos" panose="020B0004020202020204" pitchFamily="34" charset="0"/>
            </a:endParaRPr>
          </a:p>
        </p:txBody>
      </p:sp>
      <p:sp>
        <p:nvSpPr>
          <p:cNvPr id="30" name="Rectangle: Rounded Corners 29">
            <a:extLst>
              <a:ext uri="{FF2B5EF4-FFF2-40B4-BE49-F238E27FC236}">
                <a16:creationId xmlns:a16="http://schemas.microsoft.com/office/drawing/2014/main" id="{F979AD98-A255-1FE7-AEB9-6D410D1F9203}"/>
              </a:ext>
            </a:extLst>
          </p:cNvPr>
          <p:cNvSpPr/>
          <p:nvPr/>
        </p:nvSpPr>
        <p:spPr>
          <a:xfrm>
            <a:off x="3314700" y="3759200"/>
            <a:ext cx="2667000" cy="1854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Rectangle 30">
            <a:extLst>
              <a:ext uri="{FF2B5EF4-FFF2-40B4-BE49-F238E27FC236}">
                <a16:creationId xmlns:a16="http://schemas.microsoft.com/office/drawing/2014/main" id="{99462A7F-BB7D-39BA-4DBC-759FE3A33BA3}"/>
              </a:ext>
            </a:extLst>
          </p:cNvPr>
          <p:cNvSpPr/>
          <p:nvPr/>
        </p:nvSpPr>
        <p:spPr>
          <a:xfrm>
            <a:off x="3314700" y="3911600"/>
            <a:ext cx="63500" cy="15494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2" name="TextBox 31">
            <a:extLst>
              <a:ext uri="{FF2B5EF4-FFF2-40B4-BE49-F238E27FC236}">
                <a16:creationId xmlns:a16="http://schemas.microsoft.com/office/drawing/2014/main" id="{2ADB6761-7792-AE8B-CD39-4AB0B03F16FE}"/>
              </a:ext>
            </a:extLst>
          </p:cNvPr>
          <p:cNvSpPr txBox="1"/>
          <p:nvPr/>
        </p:nvSpPr>
        <p:spPr>
          <a:xfrm>
            <a:off x="3517900" y="3911600"/>
            <a:ext cx="2311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LEGAL STAFF</a:t>
            </a:r>
          </a:p>
        </p:txBody>
      </p:sp>
      <p:sp>
        <p:nvSpPr>
          <p:cNvPr id="33" name="TextBox 32">
            <a:extLst>
              <a:ext uri="{FF2B5EF4-FFF2-40B4-BE49-F238E27FC236}">
                <a16:creationId xmlns:a16="http://schemas.microsoft.com/office/drawing/2014/main" id="{F789D9F0-57D5-FE53-BB35-1F981973A6EE}"/>
              </a:ext>
            </a:extLst>
          </p:cNvPr>
          <p:cNvSpPr txBox="1"/>
          <p:nvPr/>
        </p:nvSpPr>
        <p:spPr>
          <a:xfrm>
            <a:off x="3517900" y="4330700"/>
            <a:ext cx="2286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Assigned legal processing, drafting, and internal routing.</a:t>
            </a:r>
            <a:endParaRPr lang="en-PH" sz="1300">
              <a:solidFill>
                <a:srgbClr val="233042"/>
              </a:solidFill>
              <a:latin typeface="Aptos" panose="020B0004020202020204" pitchFamily="34" charset="0"/>
            </a:endParaRPr>
          </a:p>
        </p:txBody>
      </p:sp>
      <p:sp>
        <p:nvSpPr>
          <p:cNvPr id="34" name="Rectangle: Rounded Corners 33">
            <a:extLst>
              <a:ext uri="{FF2B5EF4-FFF2-40B4-BE49-F238E27FC236}">
                <a16:creationId xmlns:a16="http://schemas.microsoft.com/office/drawing/2014/main" id="{EC55759A-D41B-A0CC-507E-7E0015CACE9D}"/>
              </a:ext>
            </a:extLst>
          </p:cNvPr>
          <p:cNvSpPr/>
          <p:nvPr/>
        </p:nvSpPr>
        <p:spPr>
          <a:xfrm>
            <a:off x="6172200" y="3759200"/>
            <a:ext cx="2667000" cy="1854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5" name="Rectangle 34">
            <a:extLst>
              <a:ext uri="{FF2B5EF4-FFF2-40B4-BE49-F238E27FC236}">
                <a16:creationId xmlns:a16="http://schemas.microsoft.com/office/drawing/2014/main" id="{CD992565-33EC-D409-5349-87CF0A27DAF5}"/>
              </a:ext>
            </a:extLst>
          </p:cNvPr>
          <p:cNvSpPr/>
          <p:nvPr/>
        </p:nvSpPr>
        <p:spPr>
          <a:xfrm>
            <a:off x="6172200" y="3911600"/>
            <a:ext cx="63500" cy="15494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6" name="TextBox 35">
            <a:extLst>
              <a:ext uri="{FF2B5EF4-FFF2-40B4-BE49-F238E27FC236}">
                <a16:creationId xmlns:a16="http://schemas.microsoft.com/office/drawing/2014/main" id="{E965897E-253B-7FE3-70C9-AABB64153461}"/>
              </a:ext>
            </a:extLst>
          </p:cNvPr>
          <p:cNvSpPr txBox="1"/>
          <p:nvPr/>
        </p:nvSpPr>
        <p:spPr>
          <a:xfrm>
            <a:off x="6375400" y="3911600"/>
            <a:ext cx="2311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DOCUMENT VIEWER</a:t>
            </a:r>
          </a:p>
        </p:txBody>
      </p:sp>
      <p:sp>
        <p:nvSpPr>
          <p:cNvPr id="37" name="TextBox 36">
            <a:extLst>
              <a:ext uri="{FF2B5EF4-FFF2-40B4-BE49-F238E27FC236}">
                <a16:creationId xmlns:a16="http://schemas.microsoft.com/office/drawing/2014/main" id="{33A133A1-3D61-B673-78F3-2C18517AE9AC}"/>
              </a:ext>
            </a:extLst>
          </p:cNvPr>
          <p:cNvSpPr txBox="1"/>
          <p:nvPr/>
        </p:nvSpPr>
        <p:spPr>
          <a:xfrm>
            <a:off x="6375400" y="4330700"/>
            <a:ext cx="2286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Viewing and tracking only, as granted by permissions.</a:t>
            </a:r>
            <a:endParaRPr lang="en-PH" sz="1300">
              <a:solidFill>
                <a:srgbClr val="233042"/>
              </a:solidFill>
              <a:latin typeface="Aptos" panose="020B0004020202020204" pitchFamily="34" charset="0"/>
            </a:endParaRPr>
          </a:p>
        </p:txBody>
      </p:sp>
      <p:sp>
        <p:nvSpPr>
          <p:cNvPr id="38" name="Rectangle: Rounded Corners 37">
            <a:extLst>
              <a:ext uri="{FF2B5EF4-FFF2-40B4-BE49-F238E27FC236}">
                <a16:creationId xmlns:a16="http://schemas.microsoft.com/office/drawing/2014/main" id="{FD2BD621-7B4E-DF20-5DA4-08F5AE17A17E}"/>
              </a:ext>
            </a:extLst>
          </p:cNvPr>
          <p:cNvSpPr/>
          <p:nvPr/>
        </p:nvSpPr>
        <p:spPr>
          <a:xfrm>
            <a:off x="9029700" y="3759200"/>
            <a:ext cx="2667000" cy="1854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9" name="Rectangle 38">
            <a:extLst>
              <a:ext uri="{FF2B5EF4-FFF2-40B4-BE49-F238E27FC236}">
                <a16:creationId xmlns:a16="http://schemas.microsoft.com/office/drawing/2014/main" id="{97B2D80B-975F-21DB-7445-5659140109B4}"/>
              </a:ext>
            </a:extLst>
          </p:cNvPr>
          <p:cNvSpPr/>
          <p:nvPr/>
        </p:nvSpPr>
        <p:spPr>
          <a:xfrm>
            <a:off x="9029700" y="3911600"/>
            <a:ext cx="63500" cy="15494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0" name="TextBox 39">
            <a:extLst>
              <a:ext uri="{FF2B5EF4-FFF2-40B4-BE49-F238E27FC236}">
                <a16:creationId xmlns:a16="http://schemas.microsoft.com/office/drawing/2014/main" id="{77DC0DC7-F42E-AEB6-BEE9-A6661DF73B2D}"/>
              </a:ext>
            </a:extLst>
          </p:cNvPr>
          <p:cNvSpPr txBox="1"/>
          <p:nvPr/>
        </p:nvSpPr>
        <p:spPr>
          <a:xfrm>
            <a:off x="9232900" y="3911600"/>
            <a:ext cx="2311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RECIPIENTS</a:t>
            </a:r>
          </a:p>
        </p:txBody>
      </p:sp>
      <p:sp>
        <p:nvSpPr>
          <p:cNvPr id="41" name="TextBox 40">
            <a:extLst>
              <a:ext uri="{FF2B5EF4-FFF2-40B4-BE49-F238E27FC236}">
                <a16:creationId xmlns:a16="http://schemas.microsoft.com/office/drawing/2014/main" id="{BD7C0A00-CE8C-847D-8845-419EC6073502}"/>
              </a:ext>
            </a:extLst>
          </p:cNvPr>
          <p:cNvSpPr txBox="1"/>
          <p:nvPr/>
        </p:nvSpPr>
        <p:spPr>
          <a:xfrm>
            <a:off x="9232900" y="4330700"/>
            <a:ext cx="2286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Assigned CLO staff, destination users, or external recipients.</a:t>
            </a:r>
            <a:endParaRPr lang="en-PH" sz="1300">
              <a:solidFill>
                <a:srgbClr val="233042"/>
              </a:solidFill>
              <a:latin typeface="Aptos" panose="020B0004020202020204" pitchFamily="34" charset="0"/>
            </a:endParaRPr>
          </a:p>
        </p:txBody>
      </p:sp>
      <p:sp>
        <p:nvSpPr>
          <p:cNvPr id="42" name="TextBox 41">
            <a:extLst>
              <a:ext uri="{FF2B5EF4-FFF2-40B4-BE49-F238E27FC236}">
                <a16:creationId xmlns:a16="http://schemas.microsoft.com/office/drawing/2014/main" id="{59A68111-EA51-5635-9A14-4A1AA806FC13}"/>
              </a:ext>
            </a:extLst>
          </p:cNvPr>
          <p:cNvSpPr txBox="1"/>
          <p:nvPr/>
        </p:nvSpPr>
        <p:spPr>
          <a:xfrm>
            <a:off x="508000" y="6032500"/>
            <a:ext cx="11112500" cy="276999"/>
          </a:xfrm>
          <a:prstGeom prst="rect">
            <a:avLst/>
          </a:prstGeom>
          <a:noFill/>
        </p:spPr>
        <p:txBody>
          <a:bodyPr vert="horz" wrap="square" lIns="0" tIns="0" rIns="0" bIns="0" rtlCol="0">
            <a:noAutofit/>
          </a:bodyPr>
          <a:lstStyle/>
          <a:p>
            <a:r>
              <a:rPr lang="en-US" sz="1200" b="1">
                <a:solidFill>
                  <a:srgbClr val="5B697B"/>
                </a:solidFill>
                <a:latin typeface="Aptos" panose="020B0004020202020204" pitchFamily="34" charset="0"/>
              </a:rPr>
              <a:t>A role menu does not override document assignment, confidentiality, or recipient checks.</a:t>
            </a:r>
            <a:endParaRPr lang="en-PH" sz="1200" b="1">
              <a:solidFill>
                <a:srgbClr val="5B697B"/>
              </a:solidFill>
              <a:latin typeface="Aptos" panose="020B0004020202020204" pitchFamily="34" charset="0"/>
            </a:endParaRPr>
          </a:p>
        </p:txBody>
      </p:sp>
    </p:spTree>
    <p:extLst>
      <p:ext uri="{BB962C8B-B14F-4D97-AF65-F5344CB8AC3E}">
        <p14:creationId xmlns:p14="http://schemas.microsoft.com/office/powerpoint/2010/main" val="962581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258AA0-0432-1BEC-BE52-55921C9BA8F8}"/>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63E54C9F-50C6-718F-34B3-D01BB834C82C}"/>
              </a:ext>
            </a:extLst>
          </p:cNvPr>
          <p:cNvSpPr txBox="1"/>
          <p:nvPr/>
        </p:nvSpPr>
        <p:spPr>
          <a:xfrm>
            <a:off x="457200" y="190500"/>
            <a:ext cx="10287000" cy="276999"/>
          </a:xfrm>
          <a:prstGeom prst="rect">
            <a:avLst/>
          </a:prstGeom>
          <a:noFill/>
        </p:spPr>
        <p:txBody>
          <a:bodyPr vert="horz" wrap="square" lIns="0" tIns="0" rIns="0" bIns="0" rtlCol="0">
            <a:noAutofit/>
          </a:bodyPr>
          <a:lstStyle/>
          <a:p>
            <a:r>
              <a:rPr lang="en-US" sz="2500" b="1">
                <a:solidFill>
                  <a:srgbClr val="FFFFFF"/>
                </a:solidFill>
                <a:latin typeface="Aptos" panose="020B0004020202020204" pitchFamily="34" charset="0"/>
              </a:rPr>
              <a:t>1. Receive, register, and import</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41025512-01A1-3661-6DEB-83A3470E526E}"/>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INCOMING is the primary intake role; other authorized users may register documents if permitted</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CFD58EA5-B0F1-7B10-E7AE-33A29677987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FCDB1539-DCAA-31F5-B658-C43C4A3D6186}"/>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2F0402ED-4FE7-6807-0232-E5E2C62010B5}"/>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13F2E198-E5C6-8559-251A-A7954F8B8CF4}"/>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04</a:t>
            </a:r>
          </a:p>
        </p:txBody>
      </p:sp>
      <p:sp>
        <p:nvSpPr>
          <p:cNvPr id="10" name="Rectangle: Rounded Corners 9">
            <a:extLst>
              <a:ext uri="{FF2B5EF4-FFF2-40B4-BE49-F238E27FC236}">
                <a16:creationId xmlns:a16="http://schemas.microsoft.com/office/drawing/2014/main" id="{909AB765-5C23-791B-B577-98625E146CEB}"/>
              </a:ext>
            </a:extLst>
          </p:cNvPr>
          <p:cNvSpPr/>
          <p:nvPr/>
        </p:nvSpPr>
        <p:spPr>
          <a:xfrm>
            <a:off x="508000" y="1612900"/>
            <a:ext cx="5308600" cy="36068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B87F4CAD-6F11-39CD-4E7B-58C0765F2A25}"/>
              </a:ext>
            </a:extLst>
          </p:cNvPr>
          <p:cNvSpPr/>
          <p:nvPr/>
        </p:nvSpPr>
        <p:spPr>
          <a:xfrm>
            <a:off x="508000" y="1765300"/>
            <a:ext cx="63500" cy="33020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7A9BB803-5A25-AC72-037F-08C926932994}"/>
              </a:ext>
            </a:extLst>
          </p:cNvPr>
          <p:cNvSpPr txBox="1"/>
          <p:nvPr/>
        </p:nvSpPr>
        <p:spPr>
          <a:xfrm>
            <a:off x="711200" y="1765300"/>
            <a:ext cx="49530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REGISTER A NEW DOCUMENT</a:t>
            </a:r>
          </a:p>
        </p:txBody>
      </p:sp>
      <p:sp>
        <p:nvSpPr>
          <p:cNvPr id="13" name="TextBox 12">
            <a:extLst>
              <a:ext uri="{FF2B5EF4-FFF2-40B4-BE49-F238E27FC236}">
                <a16:creationId xmlns:a16="http://schemas.microsoft.com/office/drawing/2014/main" id="{B3EB8B97-CC10-7F4D-9CE3-8A25DF65539B}"/>
              </a:ext>
            </a:extLst>
          </p:cNvPr>
          <p:cNvSpPr txBox="1"/>
          <p:nvPr/>
        </p:nvSpPr>
        <p:spPr>
          <a:xfrm>
            <a:off x="711200" y="2184400"/>
            <a:ext cx="4927600" cy="276999"/>
          </a:xfrm>
          <a:prstGeom prst="rect">
            <a:avLst/>
          </a:prstGeom>
          <a:noFill/>
        </p:spPr>
        <p:txBody>
          <a:bodyPr vert="horz" wrap="square" lIns="0" tIns="0" rIns="0" bIns="0" rtlCol="0">
            <a:noAutofit/>
          </a:bodyPr>
          <a:lstStyle/>
          <a:p>
            <a:r>
              <a:rPr lang="en-US" sz="1500">
                <a:solidFill>
                  <a:srgbClr val="233042"/>
                </a:solidFill>
                <a:latin typeface="Aptos" panose="020B0004020202020204" pitchFamily="34" charset="0"/>
              </a:rPr>
              <a:t>1. Receive the item and open Document Management.
2. Enter title, description, type, origin/current department, priority, confidentiality, and dates.
3. Assign staff if known and upload the available document file.
4. Submit; record the generated tracking number.</a:t>
            </a:r>
            <a:endParaRPr lang="en-PH" sz="1500">
              <a:solidFill>
                <a:srgbClr val="233042"/>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B04B3145-7166-C367-BC16-10467B2F8CD8}"/>
              </a:ext>
            </a:extLst>
          </p:cNvPr>
          <p:cNvSpPr/>
          <p:nvPr/>
        </p:nvSpPr>
        <p:spPr>
          <a:xfrm>
            <a:off x="6375400" y="1612900"/>
            <a:ext cx="5308600" cy="36068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14">
            <a:extLst>
              <a:ext uri="{FF2B5EF4-FFF2-40B4-BE49-F238E27FC236}">
                <a16:creationId xmlns:a16="http://schemas.microsoft.com/office/drawing/2014/main" id="{A5DABC6A-6F5D-3DFB-3810-1BC4A3473404}"/>
              </a:ext>
            </a:extLst>
          </p:cNvPr>
          <p:cNvSpPr/>
          <p:nvPr/>
        </p:nvSpPr>
        <p:spPr>
          <a:xfrm>
            <a:off x="6375400" y="1765300"/>
            <a:ext cx="63500" cy="33020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22918946-1598-137E-4AAF-C33B843125D9}"/>
              </a:ext>
            </a:extLst>
          </p:cNvPr>
          <p:cNvSpPr txBox="1"/>
          <p:nvPr/>
        </p:nvSpPr>
        <p:spPr>
          <a:xfrm>
            <a:off x="6578600" y="1765300"/>
            <a:ext cx="49530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IMPORT AN EXCEL WORKBOOK</a:t>
            </a:r>
          </a:p>
        </p:txBody>
      </p:sp>
      <p:sp>
        <p:nvSpPr>
          <p:cNvPr id="17" name="TextBox 16">
            <a:extLst>
              <a:ext uri="{FF2B5EF4-FFF2-40B4-BE49-F238E27FC236}">
                <a16:creationId xmlns:a16="http://schemas.microsoft.com/office/drawing/2014/main" id="{DD375150-1E48-741B-EF5E-72803A2BDF6C}"/>
              </a:ext>
            </a:extLst>
          </p:cNvPr>
          <p:cNvSpPr txBox="1"/>
          <p:nvPr/>
        </p:nvSpPr>
        <p:spPr>
          <a:xfrm>
            <a:off x="6578600" y="2184400"/>
            <a:ext cx="49276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INCOMING can import document rows from a validated Excel workbook.
- Review the preview and resolve data errors before import.
- Up to 500 document rows and 30 columns per workbook.
- Type, department, date, and assignee values must match valid system records.
- Verify imported records and tracking numbers.</a:t>
            </a:r>
            <a:endParaRPr lang="en-PH" sz="1400">
              <a:solidFill>
                <a:srgbClr val="233042"/>
              </a:solidFill>
              <a:latin typeface="Aptos" panose="020B0004020202020204" pitchFamily="34" charset="0"/>
            </a:endParaRPr>
          </a:p>
        </p:txBody>
      </p:sp>
      <p:sp>
        <p:nvSpPr>
          <p:cNvPr id="18" name="TextBox 17">
            <a:extLst>
              <a:ext uri="{FF2B5EF4-FFF2-40B4-BE49-F238E27FC236}">
                <a16:creationId xmlns:a16="http://schemas.microsoft.com/office/drawing/2014/main" id="{82F34EB8-A0B5-BB57-18C9-7509D84E9F3C}"/>
              </a:ext>
            </a:extLst>
          </p:cNvPr>
          <p:cNvSpPr txBox="1"/>
          <p:nvPr/>
        </p:nvSpPr>
        <p:spPr>
          <a:xfrm>
            <a:off x="584200" y="5549900"/>
            <a:ext cx="10947400" cy="276999"/>
          </a:xfrm>
          <a:prstGeom prst="rect">
            <a:avLst/>
          </a:prstGeom>
          <a:noFill/>
        </p:spPr>
        <p:txBody>
          <a:bodyPr vert="horz" wrap="square" lIns="0" tIns="0" rIns="0" bIns="0" rtlCol="0">
            <a:noAutofit/>
          </a:bodyPr>
          <a:lstStyle/>
          <a:p>
            <a:r>
              <a:rPr lang="en-US" sz="1300">
                <a:solidFill>
                  <a:srgbClr val="5B697B"/>
                </a:solidFill>
                <a:latin typeface="Aptos" panose="020B0004020202020204" pitchFamily="34" charset="0"/>
              </a:rPr>
              <a:t>Record only accurate information. File visibility depends on role, assignment, confidentiality, and any approved access grant.</a:t>
            </a:r>
            <a:endParaRPr lang="en-PH" sz="1300">
              <a:solidFill>
                <a:srgbClr val="5B697B"/>
              </a:solidFill>
              <a:latin typeface="Aptos" panose="020B0004020202020204" pitchFamily="34" charset="0"/>
            </a:endParaRPr>
          </a:p>
        </p:txBody>
      </p:sp>
    </p:spTree>
    <p:extLst>
      <p:ext uri="{BB962C8B-B14F-4D97-AF65-F5344CB8AC3E}">
        <p14:creationId xmlns:p14="http://schemas.microsoft.com/office/powerpoint/2010/main" val="846899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BB27D1-6184-0C56-23C3-2482D0896D85}"/>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B17EC59A-DD97-688D-1366-864E90038D68}"/>
              </a:ext>
            </a:extLst>
          </p:cNvPr>
          <p:cNvSpPr txBox="1"/>
          <p:nvPr/>
        </p:nvSpPr>
        <p:spPr>
          <a:xfrm>
            <a:off x="457200" y="190500"/>
            <a:ext cx="10287000" cy="276999"/>
          </a:xfrm>
          <a:prstGeom prst="rect">
            <a:avLst/>
          </a:prstGeom>
          <a:noFill/>
        </p:spPr>
        <p:txBody>
          <a:bodyPr vert="horz" wrap="square" lIns="0" tIns="0" rIns="0" bIns="0" rtlCol="0">
            <a:noAutofit/>
          </a:bodyPr>
          <a:lstStyle/>
          <a:p>
            <a:r>
              <a:rPr lang="en-US" sz="2500" b="1">
                <a:solidFill>
                  <a:srgbClr val="FFFFFF"/>
                </a:solidFill>
                <a:latin typeface="Aptos" panose="020B0004020202020204" pitchFamily="34" charset="0"/>
              </a:rPr>
              <a:t>2. Assign, accept, and process</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5DA90F79-5B1A-CF6E-0D13-1FDF77560EF7}"/>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The current assignment identifies who is responsible for the next action</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99C63408-BB82-68DB-7371-5182954D5B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9899DD5E-C2C1-F173-14A6-2175419E7429}"/>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1598085C-19FE-55B8-03C7-81DB37982E8A}"/>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1D0AF2BB-493F-2F49-5E50-A9E84D7601B7}"/>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05</a:t>
            </a:r>
          </a:p>
        </p:txBody>
      </p:sp>
      <p:sp>
        <p:nvSpPr>
          <p:cNvPr id="10" name="Rectangle: Rounded Corners 9">
            <a:extLst>
              <a:ext uri="{FF2B5EF4-FFF2-40B4-BE49-F238E27FC236}">
                <a16:creationId xmlns:a16="http://schemas.microsoft.com/office/drawing/2014/main" id="{E95A9741-A22A-6F73-D4C4-5B4062D5FFBE}"/>
              </a:ext>
            </a:extLst>
          </p:cNvPr>
          <p:cNvSpPr/>
          <p:nvPr/>
        </p:nvSpPr>
        <p:spPr>
          <a:xfrm>
            <a:off x="508000" y="2070100"/>
            <a:ext cx="2603500" cy="2108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7410782F-ECB2-B17F-6C52-5F003FF970AF}"/>
              </a:ext>
            </a:extLst>
          </p:cNvPr>
          <p:cNvSpPr/>
          <p:nvPr/>
        </p:nvSpPr>
        <p:spPr>
          <a:xfrm>
            <a:off x="508000" y="2222500"/>
            <a:ext cx="63500" cy="18034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6AAF6191-8A45-C313-53F9-461533C76DA8}"/>
              </a:ext>
            </a:extLst>
          </p:cNvPr>
          <p:cNvSpPr txBox="1"/>
          <p:nvPr/>
        </p:nvSpPr>
        <p:spPr>
          <a:xfrm>
            <a:off x="711200" y="2222500"/>
            <a:ext cx="2247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ASSIGN</a:t>
            </a:r>
          </a:p>
        </p:txBody>
      </p:sp>
      <p:sp>
        <p:nvSpPr>
          <p:cNvPr id="13" name="TextBox 12">
            <a:extLst>
              <a:ext uri="{FF2B5EF4-FFF2-40B4-BE49-F238E27FC236}">
                <a16:creationId xmlns:a16="http://schemas.microsoft.com/office/drawing/2014/main" id="{25A75F46-11B9-2034-63BE-E83BA6D222DB}"/>
              </a:ext>
            </a:extLst>
          </p:cNvPr>
          <p:cNvSpPr txBox="1"/>
          <p:nvPr/>
        </p:nvSpPr>
        <p:spPr>
          <a:xfrm>
            <a:off x="711200" y="2641600"/>
            <a:ext cx="22225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Incoming or another authorized user assigns the document to a staff member.</a:t>
            </a:r>
            <a:endParaRPr lang="en-PH" sz="1400">
              <a:solidFill>
                <a:srgbClr val="233042"/>
              </a:solidFill>
              <a:latin typeface="Aptos" panose="020B0004020202020204" pitchFamily="34" charset="0"/>
            </a:endParaRPr>
          </a:p>
        </p:txBody>
      </p:sp>
      <p:sp>
        <p:nvSpPr>
          <p:cNvPr id="14" name="Arrow: Right 13">
            <a:extLst>
              <a:ext uri="{FF2B5EF4-FFF2-40B4-BE49-F238E27FC236}">
                <a16:creationId xmlns:a16="http://schemas.microsoft.com/office/drawing/2014/main" id="{324D6A37-B334-84AE-7F51-4307FED5B838}"/>
              </a:ext>
            </a:extLst>
          </p:cNvPr>
          <p:cNvSpPr/>
          <p:nvPr/>
        </p:nvSpPr>
        <p:spPr>
          <a:xfrm>
            <a:off x="3136900" y="2933700"/>
            <a:ext cx="203200" cy="2540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Rounded Corners 14">
            <a:extLst>
              <a:ext uri="{FF2B5EF4-FFF2-40B4-BE49-F238E27FC236}">
                <a16:creationId xmlns:a16="http://schemas.microsoft.com/office/drawing/2014/main" id="{AA245AC8-0E00-1FAB-A77B-204DDC87B952}"/>
              </a:ext>
            </a:extLst>
          </p:cNvPr>
          <p:cNvSpPr/>
          <p:nvPr/>
        </p:nvSpPr>
        <p:spPr>
          <a:xfrm>
            <a:off x="3365500" y="2070100"/>
            <a:ext cx="2603500" cy="2108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9181C9F0-95AE-E6B5-ACE2-47324B11E43B}"/>
              </a:ext>
            </a:extLst>
          </p:cNvPr>
          <p:cNvSpPr/>
          <p:nvPr/>
        </p:nvSpPr>
        <p:spPr>
          <a:xfrm>
            <a:off x="3365500" y="2222500"/>
            <a:ext cx="63500" cy="18034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TextBox 16">
            <a:extLst>
              <a:ext uri="{FF2B5EF4-FFF2-40B4-BE49-F238E27FC236}">
                <a16:creationId xmlns:a16="http://schemas.microsoft.com/office/drawing/2014/main" id="{3DB7914F-4434-C6C2-E57D-C921FD6954AD}"/>
              </a:ext>
            </a:extLst>
          </p:cNvPr>
          <p:cNvSpPr txBox="1"/>
          <p:nvPr/>
        </p:nvSpPr>
        <p:spPr>
          <a:xfrm>
            <a:off x="3568700" y="2222500"/>
            <a:ext cx="2247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ACCEPT</a:t>
            </a:r>
          </a:p>
        </p:txBody>
      </p:sp>
      <p:sp>
        <p:nvSpPr>
          <p:cNvPr id="18" name="TextBox 17">
            <a:extLst>
              <a:ext uri="{FF2B5EF4-FFF2-40B4-BE49-F238E27FC236}">
                <a16:creationId xmlns:a16="http://schemas.microsoft.com/office/drawing/2014/main" id="{942F64BB-95A7-F133-1891-292FA9BE9407}"/>
              </a:ext>
            </a:extLst>
          </p:cNvPr>
          <p:cNvSpPr txBox="1"/>
          <p:nvPr/>
        </p:nvSpPr>
        <p:spPr>
          <a:xfrm>
            <a:off x="3568700" y="2641600"/>
            <a:ext cx="22225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The recipient accepts a pending assignment; the system records acceptance.</a:t>
            </a:r>
            <a:endParaRPr lang="en-PH" sz="1400">
              <a:solidFill>
                <a:srgbClr val="233042"/>
              </a:solidFill>
              <a:latin typeface="Aptos" panose="020B0004020202020204" pitchFamily="34" charset="0"/>
            </a:endParaRPr>
          </a:p>
        </p:txBody>
      </p:sp>
      <p:sp>
        <p:nvSpPr>
          <p:cNvPr id="19" name="Arrow: Right 18">
            <a:extLst>
              <a:ext uri="{FF2B5EF4-FFF2-40B4-BE49-F238E27FC236}">
                <a16:creationId xmlns:a16="http://schemas.microsoft.com/office/drawing/2014/main" id="{B288C2B0-D59C-DF3E-E82E-66F75DC48036}"/>
              </a:ext>
            </a:extLst>
          </p:cNvPr>
          <p:cNvSpPr/>
          <p:nvPr/>
        </p:nvSpPr>
        <p:spPr>
          <a:xfrm>
            <a:off x="5994400" y="2933700"/>
            <a:ext cx="203200" cy="2540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Rounded Corners 19">
            <a:extLst>
              <a:ext uri="{FF2B5EF4-FFF2-40B4-BE49-F238E27FC236}">
                <a16:creationId xmlns:a16="http://schemas.microsoft.com/office/drawing/2014/main" id="{B9C17B5A-0AAC-1DD9-F4BE-C62565C0975A}"/>
              </a:ext>
            </a:extLst>
          </p:cNvPr>
          <p:cNvSpPr/>
          <p:nvPr/>
        </p:nvSpPr>
        <p:spPr>
          <a:xfrm>
            <a:off x="6223000" y="2070100"/>
            <a:ext cx="2603500" cy="2108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Rectangle 20">
            <a:extLst>
              <a:ext uri="{FF2B5EF4-FFF2-40B4-BE49-F238E27FC236}">
                <a16:creationId xmlns:a16="http://schemas.microsoft.com/office/drawing/2014/main" id="{6C56EA59-6515-8425-F0BE-33ECED8F7AD2}"/>
              </a:ext>
            </a:extLst>
          </p:cNvPr>
          <p:cNvSpPr/>
          <p:nvPr/>
        </p:nvSpPr>
        <p:spPr>
          <a:xfrm>
            <a:off x="6223000" y="2222500"/>
            <a:ext cx="63500" cy="18034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a:extLst>
              <a:ext uri="{FF2B5EF4-FFF2-40B4-BE49-F238E27FC236}">
                <a16:creationId xmlns:a16="http://schemas.microsoft.com/office/drawing/2014/main" id="{2493665E-AD03-91DD-4BF6-95E3BEDD80D4}"/>
              </a:ext>
            </a:extLst>
          </p:cNvPr>
          <p:cNvSpPr txBox="1"/>
          <p:nvPr/>
        </p:nvSpPr>
        <p:spPr>
          <a:xfrm>
            <a:off x="6426200" y="2222500"/>
            <a:ext cx="2247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REVIEW</a:t>
            </a:r>
          </a:p>
        </p:txBody>
      </p:sp>
      <p:sp>
        <p:nvSpPr>
          <p:cNvPr id="23" name="TextBox 22">
            <a:extLst>
              <a:ext uri="{FF2B5EF4-FFF2-40B4-BE49-F238E27FC236}">
                <a16:creationId xmlns:a16="http://schemas.microsoft.com/office/drawing/2014/main" id="{496C154C-D36A-E36A-45FB-E05FB984285A}"/>
              </a:ext>
            </a:extLst>
          </p:cNvPr>
          <p:cNvSpPr txBox="1"/>
          <p:nvPr/>
        </p:nvSpPr>
        <p:spPr>
          <a:xfrm>
            <a:off x="6426200" y="2641600"/>
            <a:ext cx="22225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The assignee reviews the file, updates relevant details, and adds processing information.</a:t>
            </a:r>
            <a:endParaRPr lang="en-PH" sz="1400">
              <a:solidFill>
                <a:srgbClr val="233042"/>
              </a:solidFill>
              <a:latin typeface="Aptos" panose="020B0004020202020204" pitchFamily="34" charset="0"/>
            </a:endParaRPr>
          </a:p>
        </p:txBody>
      </p:sp>
      <p:sp>
        <p:nvSpPr>
          <p:cNvPr id="24" name="Arrow: Right 23">
            <a:extLst>
              <a:ext uri="{FF2B5EF4-FFF2-40B4-BE49-F238E27FC236}">
                <a16:creationId xmlns:a16="http://schemas.microsoft.com/office/drawing/2014/main" id="{6EADB3A3-C551-D695-81DC-5F5B91C87580}"/>
              </a:ext>
            </a:extLst>
          </p:cNvPr>
          <p:cNvSpPr/>
          <p:nvPr/>
        </p:nvSpPr>
        <p:spPr>
          <a:xfrm>
            <a:off x="8851900" y="2933700"/>
            <a:ext cx="203200" cy="2540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5" name="Rectangle: Rounded Corners 24">
            <a:extLst>
              <a:ext uri="{FF2B5EF4-FFF2-40B4-BE49-F238E27FC236}">
                <a16:creationId xmlns:a16="http://schemas.microsoft.com/office/drawing/2014/main" id="{7D26C891-80F8-F9C1-6258-A0E095F974D4}"/>
              </a:ext>
            </a:extLst>
          </p:cNvPr>
          <p:cNvSpPr/>
          <p:nvPr/>
        </p:nvSpPr>
        <p:spPr>
          <a:xfrm>
            <a:off x="9080500" y="2070100"/>
            <a:ext cx="2603500" cy="2108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Rectangle 25">
            <a:extLst>
              <a:ext uri="{FF2B5EF4-FFF2-40B4-BE49-F238E27FC236}">
                <a16:creationId xmlns:a16="http://schemas.microsoft.com/office/drawing/2014/main" id="{146D2D37-0495-E209-0665-E16A49F75643}"/>
              </a:ext>
            </a:extLst>
          </p:cNvPr>
          <p:cNvSpPr/>
          <p:nvPr/>
        </p:nvSpPr>
        <p:spPr>
          <a:xfrm>
            <a:off x="9080500" y="2222500"/>
            <a:ext cx="63500" cy="18034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7" name="TextBox 26">
            <a:extLst>
              <a:ext uri="{FF2B5EF4-FFF2-40B4-BE49-F238E27FC236}">
                <a16:creationId xmlns:a16="http://schemas.microsoft.com/office/drawing/2014/main" id="{0E6AA87A-2137-C308-5E84-E16682AC90ED}"/>
              </a:ext>
            </a:extLst>
          </p:cNvPr>
          <p:cNvSpPr txBox="1"/>
          <p:nvPr/>
        </p:nvSpPr>
        <p:spPr>
          <a:xfrm>
            <a:off x="9283700" y="2222500"/>
            <a:ext cx="2247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CONTINUE</a:t>
            </a:r>
          </a:p>
        </p:txBody>
      </p:sp>
      <p:sp>
        <p:nvSpPr>
          <p:cNvPr id="28" name="TextBox 27">
            <a:extLst>
              <a:ext uri="{FF2B5EF4-FFF2-40B4-BE49-F238E27FC236}">
                <a16:creationId xmlns:a16="http://schemas.microsoft.com/office/drawing/2014/main" id="{5758A80C-CC9A-C0E5-1C33-797D982E58AC}"/>
              </a:ext>
            </a:extLst>
          </p:cNvPr>
          <p:cNvSpPr txBox="1"/>
          <p:nvPr/>
        </p:nvSpPr>
        <p:spPr>
          <a:xfrm>
            <a:off x="9283700" y="2641600"/>
            <a:ext cx="22225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The assignee completes the task, reassigns or routes onward when permitted.</a:t>
            </a:r>
            <a:endParaRPr lang="en-PH" sz="1400">
              <a:solidFill>
                <a:srgbClr val="233042"/>
              </a:solidFill>
              <a:latin typeface="Aptos" panose="020B0004020202020204" pitchFamily="34" charset="0"/>
            </a:endParaRPr>
          </a:p>
        </p:txBody>
      </p:sp>
      <p:sp>
        <p:nvSpPr>
          <p:cNvPr id="29" name="Rectangle: Rounded Corners 28">
            <a:extLst>
              <a:ext uri="{FF2B5EF4-FFF2-40B4-BE49-F238E27FC236}">
                <a16:creationId xmlns:a16="http://schemas.microsoft.com/office/drawing/2014/main" id="{C6C0224C-B5C8-5F72-C1B3-701EE50C8292}"/>
              </a:ext>
            </a:extLst>
          </p:cNvPr>
          <p:cNvSpPr/>
          <p:nvPr/>
        </p:nvSpPr>
        <p:spPr>
          <a:xfrm>
            <a:off x="1346200" y="4686300"/>
            <a:ext cx="9499600" cy="1092200"/>
          </a:xfrm>
          <a:prstGeom prst="roundRect">
            <a:avLst/>
          </a:prstGeom>
          <a:solidFill>
            <a:srgbClr val="E7F0FA"/>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Rectangle 29">
            <a:extLst>
              <a:ext uri="{FF2B5EF4-FFF2-40B4-BE49-F238E27FC236}">
                <a16:creationId xmlns:a16="http://schemas.microsoft.com/office/drawing/2014/main" id="{0DC60D9E-559A-2596-965B-DDB3AD8060B5}"/>
              </a:ext>
            </a:extLst>
          </p:cNvPr>
          <p:cNvSpPr/>
          <p:nvPr/>
        </p:nvSpPr>
        <p:spPr>
          <a:xfrm>
            <a:off x="1346200" y="4838700"/>
            <a:ext cx="63500" cy="7874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TextBox 30">
            <a:extLst>
              <a:ext uri="{FF2B5EF4-FFF2-40B4-BE49-F238E27FC236}">
                <a16:creationId xmlns:a16="http://schemas.microsoft.com/office/drawing/2014/main" id="{E28E0F23-AB1A-839C-4EB7-40DDE15DCF90}"/>
              </a:ext>
            </a:extLst>
          </p:cNvPr>
          <p:cNvSpPr txBox="1"/>
          <p:nvPr/>
        </p:nvSpPr>
        <p:spPr>
          <a:xfrm>
            <a:off x="1549400" y="4838700"/>
            <a:ext cx="91440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FILE VERSIONING</a:t>
            </a:r>
          </a:p>
        </p:txBody>
      </p:sp>
      <p:sp>
        <p:nvSpPr>
          <p:cNvPr id="32" name="TextBox 31">
            <a:extLst>
              <a:ext uri="{FF2B5EF4-FFF2-40B4-BE49-F238E27FC236}">
                <a16:creationId xmlns:a16="http://schemas.microsoft.com/office/drawing/2014/main" id="{78B03AC3-6239-FBEB-8359-EC3688A4DD23}"/>
              </a:ext>
            </a:extLst>
          </p:cNvPr>
          <p:cNvSpPr txBox="1"/>
          <p:nvPr/>
        </p:nvSpPr>
        <p:spPr>
          <a:xfrm>
            <a:off x="1549400" y="5257800"/>
            <a:ext cx="91186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Upload a replacement only when a new version is required. Keep the document history clear for later review.</a:t>
            </a:r>
            <a:endParaRPr lang="en-PH" sz="1400">
              <a:solidFill>
                <a:srgbClr val="233042"/>
              </a:solidFill>
              <a:latin typeface="Aptos" panose="020B0004020202020204" pitchFamily="34" charset="0"/>
            </a:endParaRPr>
          </a:p>
        </p:txBody>
      </p:sp>
    </p:spTree>
    <p:extLst>
      <p:ext uri="{BB962C8B-B14F-4D97-AF65-F5344CB8AC3E}">
        <p14:creationId xmlns:p14="http://schemas.microsoft.com/office/powerpoint/2010/main" val="350711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496F67-2833-3B15-2456-6F5EE0DDC919}"/>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C2CCDC8C-7B87-7A43-0CB3-6A2DE8BB101A}"/>
              </a:ext>
            </a:extLst>
          </p:cNvPr>
          <p:cNvSpPr txBox="1"/>
          <p:nvPr/>
        </p:nvSpPr>
        <p:spPr>
          <a:xfrm>
            <a:off x="457200" y="190500"/>
            <a:ext cx="10287000" cy="276999"/>
          </a:xfrm>
          <a:prstGeom prst="rect">
            <a:avLst/>
          </a:prstGeom>
          <a:noFill/>
        </p:spPr>
        <p:txBody>
          <a:bodyPr vert="horz" wrap="square" lIns="0" tIns="0" rIns="0" bIns="0" rtlCol="0">
            <a:noAutofit/>
          </a:bodyPr>
          <a:lstStyle/>
          <a:p>
            <a:r>
              <a:rPr lang="en-PH" sz="2500" b="1">
                <a:solidFill>
                  <a:srgbClr val="FFFFFF"/>
                </a:solidFill>
                <a:latin typeface="Aptos" panose="020B0004020202020204" pitchFamily="34" charset="0"/>
              </a:rPr>
              <a:t>3. Route and receive</a:t>
            </a:r>
          </a:p>
        </p:txBody>
      </p:sp>
      <p:sp>
        <p:nvSpPr>
          <p:cNvPr id="4" name="TextBox 3">
            <a:extLst>
              <a:ext uri="{FF2B5EF4-FFF2-40B4-BE49-F238E27FC236}">
                <a16:creationId xmlns:a16="http://schemas.microsoft.com/office/drawing/2014/main" id="{E16F6FBC-AB27-ED74-0A50-CE5A2E070A2A}"/>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Routing creates a traceable movement record; the destination recipient confirms receipt in DTS</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AC94BA39-FE0D-B6A5-0261-D7FC3D934CB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7D7925E7-8436-12F9-EE4F-8FA3458F64E3}"/>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4C5288A4-F891-9375-05D1-EA83E55AEA6E}"/>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EF48CB34-20EE-E4A7-E959-B81DD5895C30}"/>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06</a:t>
            </a:r>
          </a:p>
        </p:txBody>
      </p:sp>
      <p:sp>
        <p:nvSpPr>
          <p:cNvPr id="10" name="Rectangle: Rounded Corners 9">
            <a:extLst>
              <a:ext uri="{FF2B5EF4-FFF2-40B4-BE49-F238E27FC236}">
                <a16:creationId xmlns:a16="http://schemas.microsoft.com/office/drawing/2014/main" id="{D2FC2E5A-40F5-5575-83F2-81933A9CFD38}"/>
              </a:ext>
            </a:extLst>
          </p:cNvPr>
          <p:cNvSpPr/>
          <p:nvPr/>
        </p:nvSpPr>
        <p:spPr>
          <a:xfrm>
            <a:off x="482600" y="1600200"/>
            <a:ext cx="3505200" cy="22225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6E1C552B-1B3B-9914-F902-A7795450B9A8}"/>
              </a:ext>
            </a:extLst>
          </p:cNvPr>
          <p:cNvSpPr/>
          <p:nvPr/>
        </p:nvSpPr>
        <p:spPr>
          <a:xfrm>
            <a:off x="482600" y="1752600"/>
            <a:ext cx="63500" cy="19177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B13BC4CB-1DEB-DBAE-FC1B-58220BD04AAF}"/>
              </a:ext>
            </a:extLst>
          </p:cNvPr>
          <p:cNvSpPr txBox="1"/>
          <p:nvPr/>
        </p:nvSpPr>
        <p:spPr>
          <a:xfrm>
            <a:off x="685800" y="1752600"/>
            <a:ext cx="31496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INTERNAL CLO ROUTE</a:t>
            </a:r>
          </a:p>
        </p:txBody>
      </p:sp>
      <p:sp>
        <p:nvSpPr>
          <p:cNvPr id="13" name="TextBox 12">
            <a:extLst>
              <a:ext uri="{FF2B5EF4-FFF2-40B4-BE49-F238E27FC236}">
                <a16:creationId xmlns:a16="http://schemas.microsoft.com/office/drawing/2014/main" id="{C9610BE8-5EDA-909C-F426-B1B5AE32005A}"/>
              </a:ext>
            </a:extLst>
          </p:cNvPr>
          <p:cNvSpPr txBox="1"/>
          <p:nvPr/>
        </p:nvSpPr>
        <p:spPr>
          <a:xfrm>
            <a:off x="685800" y="2171700"/>
            <a:ext cx="31242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CITY_ATTORNEY, LEGAL_STAFF, RECORDS_OFFICER, and INCOMING route to a CLO staff recipient. ADMIN and OUTGOING can also route within CLO.</a:t>
            </a:r>
            <a:endParaRPr lang="en-PH" sz="1300">
              <a:solidFill>
                <a:srgbClr val="233042"/>
              </a:solidFill>
              <a:latin typeface="Aptos" panose="020B0004020202020204" pitchFamily="34" charset="0"/>
            </a:endParaRPr>
          </a:p>
        </p:txBody>
      </p:sp>
      <p:sp>
        <p:nvSpPr>
          <p:cNvPr id="14" name="Arrow: Right 13">
            <a:extLst>
              <a:ext uri="{FF2B5EF4-FFF2-40B4-BE49-F238E27FC236}">
                <a16:creationId xmlns:a16="http://schemas.microsoft.com/office/drawing/2014/main" id="{DE3C377D-59A5-E468-AB34-4A84620FAD81}"/>
              </a:ext>
            </a:extLst>
          </p:cNvPr>
          <p:cNvSpPr/>
          <p:nvPr/>
        </p:nvSpPr>
        <p:spPr>
          <a:xfrm>
            <a:off x="4102100" y="2565400"/>
            <a:ext cx="330200" cy="2921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Rounded Corners 14">
            <a:extLst>
              <a:ext uri="{FF2B5EF4-FFF2-40B4-BE49-F238E27FC236}">
                <a16:creationId xmlns:a16="http://schemas.microsoft.com/office/drawing/2014/main" id="{278BDDFC-F7AA-76DD-033E-AB7EB251116F}"/>
              </a:ext>
            </a:extLst>
          </p:cNvPr>
          <p:cNvSpPr/>
          <p:nvPr/>
        </p:nvSpPr>
        <p:spPr>
          <a:xfrm>
            <a:off x="4572000" y="1600200"/>
            <a:ext cx="3175000" cy="22225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265E77CD-9AF5-87D2-95A4-C14D2A44D584}"/>
              </a:ext>
            </a:extLst>
          </p:cNvPr>
          <p:cNvSpPr/>
          <p:nvPr/>
        </p:nvSpPr>
        <p:spPr>
          <a:xfrm>
            <a:off x="4572000" y="1752600"/>
            <a:ext cx="63500" cy="19177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TextBox 16">
            <a:extLst>
              <a:ext uri="{FF2B5EF4-FFF2-40B4-BE49-F238E27FC236}">
                <a16:creationId xmlns:a16="http://schemas.microsoft.com/office/drawing/2014/main" id="{87347160-AB5F-A4CE-9933-FE37A01EA32F}"/>
              </a:ext>
            </a:extLst>
          </p:cNvPr>
          <p:cNvSpPr txBox="1"/>
          <p:nvPr/>
        </p:nvSpPr>
        <p:spPr>
          <a:xfrm>
            <a:off x="4775200" y="1752600"/>
            <a:ext cx="2819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PENDING ROUTE</a:t>
            </a:r>
          </a:p>
        </p:txBody>
      </p:sp>
      <p:sp>
        <p:nvSpPr>
          <p:cNvPr id="18" name="TextBox 17">
            <a:extLst>
              <a:ext uri="{FF2B5EF4-FFF2-40B4-BE49-F238E27FC236}">
                <a16:creationId xmlns:a16="http://schemas.microsoft.com/office/drawing/2014/main" id="{D4CEC7EF-B4D7-627A-9198-52E11D6EC008}"/>
              </a:ext>
            </a:extLst>
          </p:cNvPr>
          <p:cNvSpPr txBox="1"/>
          <p:nvPr/>
        </p:nvSpPr>
        <p:spPr>
          <a:xfrm>
            <a:off x="4775200" y="2171700"/>
            <a:ext cx="2794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Choose department and recipient, add action remarks, and set a due date when needed. DTS records the route as pending and notifies the recipient.</a:t>
            </a:r>
            <a:endParaRPr lang="en-PH" sz="1300">
              <a:solidFill>
                <a:srgbClr val="233042"/>
              </a:solidFill>
              <a:latin typeface="Aptos" panose="020B0004020202020204" pitchFamily="34" charset="0"/>
            </a:endParaRPr>
          </a:p>
        </p:txBody>
      </p:sp>
      <p:sp>
        <p:nvSpPr>
          <p:cNvPr id="19" name="Arrow: Right 18">
            <a:extLst>
              <a:ext uri="{FF2B5EF4-FFF2-40B4-BE49-F238E27FC236}">
                <a16:creationId xmlns:a16="http://schemas.microsoft.com/office/drawing/2014/main" id="{C0061086-0AD7-01A8-9CC4-F56E56559929}"/>
              </a:ext>
            </a:extLst>
          </p:cNvPr>
          <p:cNvSpPr/>
          <p:nvPr/>
        </p:nvSpPr>
        <p:spPr>
          <a:xfrm>
            <a:off x="7861300" y="2565400"/>
            <a:ext cx="330200" cy="2921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Rounded Corners 19">
            <a:extLst>
              <a:ext uri="{FF2B5EF4-FFF2-40B4-BE49-F238E27FC236}">
                <a16:creationId xmlns:a16="http://schemas.microsoft.com/office/drawing/2014/main" id="{64ECDF8B-5C46-3BB4-07F2-D35635757780}"/>
              </a:ext>
            </a:extLst>
          </p:cNvPr>
          <p:cNvSpPr/>
          <p:nvPr/>
        </p:nvSpPr>
        <p:spPr>
          <a:xfrm>
            <a:off x="8305800" y="1600200"/>
            <a:ext cx="3403600" cy="22225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Rectangle 20">
            <a:extLst>
              <a:ext uri="{FF2B5EF4-FFF2-40B4-BE49-F238E27FC236}">
                <a16:creationId xmlns:a16="http://schemas.microsoft.com/office/drawing/2014/main" id="{5F286163-57F4-CA9B-4412-DDD5CB335287}"/>
              </a:ext>
            </a:extLst>
          </p:cNvPr>
          <p:cNvSpPr/>
          <p:nvPr/>
        </p:nvSpPr>
        <p:spPr>
          <a:xfrm>
            <a:off x="8305800" y="1752600"/>
            <a:ext cx="63500" cy="19177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a:extLst>
              <a:ext uri="{FF2B5EF4-FFF2-40B4-BE49-F238E27FC236}">
                <a16:creationId xmlns:a16="http://schemas.microsoft.com/office/drawing/2014/main" id="{787D12E1-7EFB-7632-FDF3-32416E04FA8E}"/>
              </a:ext>
            </a:extLst>
          </p:cNvPr>
          <p:cNvSpPr txBox="1"/>
          <p:nvPr/>
        </p:nvSpPr>
        <p:spPr>
          <a:xfrm>
            <a:off x="8509000" y="1752600"/>
            <a:ext cx="30480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RECEIPT &amp; NEXT ACTION</a:t>
            </a:r>
          </a:p>
        </p:txBody>
      </p:sp>
      <p:sp>
        <p:nvSpPr>
          <p:cNvPr id="23" name="TextBox 22">
            <a:extLst>
              <a:ext uri="{FF2B5EF4-FFF2-40B4-BE49-F238E27FC236}">
                <a16:creationId xmlns:a16="http://schemas.microsoft.com/office/drawing/2014/main" id="{6D10D989-0752-AAE6-8E2D-2DC03BB157CF}"/>
              </a:ext>
            </a:extLst>
          </p:cNvPr>
          <p:cNvSpPr txBox="1"/>
          <p:nvPr/>
        </p:nvSpPr>
        <p:spPr>
          <a:xfrm>
            <a:off x="8509000" y="2171700"/>
            <a:ext cx="30226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The addressed user opens Document Routing, records receiving remarks if needed, and confirms receipt. DTS records the received time and movement history.</a:t>
            </a:r>
            <a:endParaRPr lang="en-PH" sz="1300">
              <a:solidFill>
                <a:srgbClr val="233042"/>
              </a:solidFill>
              <a:latin typeface="Aptos" panose="020B0004020202020204" pitchFamily="34" charset="0"/>
            </a:endParaRPr>
          </a:p>
        </p:txBody>
      </p:sp>
      <p:sp>
        <p:nvSpPr>
          <p:cNvPr id="24" name="Rectangle: Rounded Corners 23">
            <a:extLst>
              <a:ext uri="{FF2B5EF4-FFF2-40B4-BE49-F238E27FC236}">
                <a16:creationId xmlns:a16="http://schemas.microsoft.com/office/drawing/2014/main" id="{EE5BB8FB-8655-8153-DB17-218BF2A99B61}"/>
              </a:ext>
            </a:extLst>
          </p:cNvPr>
          <p:cNvSpPr/>
          <p:nvPr/>
        </p:nvSpPr>
        <p:spPr>
          <a:xfrm>
            <a:off x="1016000" y="4343400"/>
            <a:ext cx="4572000" cy="1333500"/>
          </a:xfrm>
          <a:prstGeom prst="roundRect">
            <a:avLst/>
          </a:prstGeom>
          <a:solidFill>
            <a:srgbClr val="E7F0FA"/>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5" name="Rectangle 24">
            <a:extLst>
              <a:ext uri="{FF2B5EF4-FFF2-40B4-BE49-F238E27FC236}">
                <a16:creationId xmlns:a16="http://schemas.microsoft.com/office/drawing/2014/main" id="{DA740A64-4098-C97C-9644-54125E996DB4}"/>
              </a:ext>
            </a:extLst>
          </p:cNvPr>
          <p:cNvSpPr/>
          <p:nvPr/>
        </p:nvSpPr>
        <p:spPr>
          <a:xfrm>
            <a:off x="1016000" y="4495800"/>
            <a:ext cx="63500" cy="10287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TextBox 25">
            <a:extLst>
              <a:ext uri="{FF2B5EF4-FFF2-40B4-BE49-F238E27FC236}">
                <a16:creationId xmlns:a16="http://schemas.microsoft.com/office/drawing/2014/main" id="{055C4AF0-6B97-9946-2EF0-3F39697FA1E0}"/>
              </a:ext>
            </a:extLst>
          </p:cNvPr>
          <p:cNvSpPr txBox="1"/>
          <p:nvPr/>
        </p:nvSpPr>
        <p:spPr>
          <a:xfrm>
            <a:off x="1219200" y="4495800"/>
            <a:ext cx="4216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OUTBOUND ROUTE</a:t>
            </a:r>
          </a:p>
        </p:txBody>
      </p:sp>
      <p:sp>
        <p:nvSpPr>
          <p:cNvPr id="27" name="TextBox 26">
            <a:extLst>
              <a:ext uri="{FF2B5EF4-FFF2-40B4-BE49-F238E27FC236}">
                <a16:creationId xmlns:a16="http://schemas.microsoft.com/office/drawing/2014/main" id="{087AC2CF-5A05-0C4A-E174-B25A1B2BE1E0}"/>
              </a:ext>
            </a:extLst>
          </p:cNvPr>
          <p:cNvSpPr txBox="1"/>
          <p:nvPr/>
        </p:nvSpPr>
        <p:spPr>
          <a:xfrm>
            <a:off x="1219200" y="4914900"/>
            <a:ext cx="41910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ADMIN and OUTGOING may route beyond CLO to another department.</a:t>
            </a:r>
            <a:endParaRPr lang="en-PH" sz="1400">
              <a:solidFill>
                <a:srgbClr val="233042"/>
              </a:solidFill>
              <a:latin typeface="Aptos" panose="020B0004020202020204" pitchFamily="34" charset="0"/>
            </a:endParaRPr>
          </a:p>
        </p:txBody>
      </p:sp>
      <p:sp>
        <p:nvSpPr>
          <p:cNvPr id="28" name="Rectangle: Rounded Corners 27">
            <a:extLst>
              <a:ext uri="{FF2B5EF4-FFF2-40B4-BE49-F238E27FC236}">
                <a16:creationId xmlns:a16="http://schemas.microsoft.com/office/drawing/2014/main" id="{DBE058FC-2E38-9444-954D-E954873FB69A}"/>
              </a:ext>
            </a:extLst>
          </p:cNvPr>
          <p:cNvSpPr/>
          <p:nvPr/>
        </p:nvSpPr>
        <p:spPr>
          <a:xfrm>
            <a:off x="6604000" y="4343400"/>
            <a:ext cx="4572000" cy="1333500"/>
          </a:xfrm>
          <a:prstGeom prst="roundRect">
            <a:avLst/>
          </a:prstGeom>
          <a:solidFill>
            <a:srgbClr val="FBF5E4"/>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9" name="Rectangle 28">
            <a:extLst>
              <a:ext uri="{FF2B5EF4-FFF2-40B4-BE49-F238E27FC236}">
                <a16:creationId xmlns:a16="http://schemas.microsoft.com/office/drawing/2014/main" id="{CB40519C-FFFE-591A-5382-40C2ADCACE0A}"/>
              </a:ext>
            </a:extLst>
          </p:cNvPr>
          <p:cNvSpPr/>
          <p:nvPr/>
        </p:nvSpPr>
        <p:spPr>
          <a:xfrm>
            <a:off x="6604000" y="4495800"/>
            <a:ext cx="63500" cy="10287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TextBox 29">
            <a:extLst>
              <a:ext uri="{FF2B5EF4-FFF2-40B4-BE49-F238E27FC236}">
                <a16:creationId xmlns:a16="http://schemas.microsoft.com/office/drawing/2014/main" id="{8B9615B0-F21B-A82A-8837-B44713FDC91B}"/>
              </a:ext>
            </a:extLst>
          </p:cNvPr>
          <p:cNvSpPr txBox="1"/>
          <p:nvPr/>
        </p:nvSpPr>
        <p:spPr>
          <a:xfrm>
            <a:off x="6807200" y="4495800"/>
            <a:ext cx="4216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EXTERNAL RECIPIENT</a:t>
            </a:r>
          </a:p>
        </p:txBody>
      </p:sp>
      <p:sp>
        <p:nvSpPr>
          <p:cNvPr id="31" name="TextBox 30">
            <a:extLst>
              <a:ext uri="{FF2B5EF4-FFF2-40B4-BE49-F238E27FC236}">
                <a16:creationId xmlns:a16="http://schemas.microsoft.com/office/drawing/2014/main" id="{05F1A371-0BDE-54A4-0DE5-3C414B061F2E}"/>
              </a:ext>
            </a:extLst>
          </p:cNvPr>
          <p:cNvSpPr txBox="1"/>
          <p:nvPr/>
        </p:nvSpPr>
        <p:spPr>
          <a:xfrm>
            <a:off x="6807200" y="4914900"/>
            <a:ext cx="41910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Allowed for ADMIN/OUTGOING if destination has no DTS users. A recipient without an account cannot acknowledge receipt in DTS.</a:t>
            </a:r>
            <a:endParaRPr lang="en-PH" sz="1400">
              <a:solidFill>
                <a:srgbClr val="233042"/>
              </a:solidFill>
              <a:latin typeface="Aptos" panose="020B0004020202020204" pitchFamily="34" charset="0"/>
            </a:endParaRPr>
          </a:p>
        </p:txBody>
      </p:sp>
      <p:sp>
        <p:nvSpPr>
          <p:cNvPr id="32" name="TextBox 31">
            <a:extLst>
              <a:ext uri="{FF2B5EF4-FFF2-40B4-BE49-F238E27FC236}">
                <a16:creationId xmlns:a16="http://schemas.microsoft.com/office/drawing/2014/main" id="{2DAF9180-2615-F541-D3D7-817A60986974}"/>
              </a:ext>
            </a:extLst>
          </p:cNvPr>
          <p:cNvSpPr txBox="1"/>
          <p:nvPr/>
        </p:nvSpPr>
        <p:spPr>
          <a:xfrm>
            <a:off x="1016000" y="5905500"/>
            <a:ext cx="10160000" cy="276999"/>
          </a:xfrm>
          <a:prstGeom prst="rect">
            <a:avLst/>
          </a:prstGeom>
          <a:noFill/>
        </p:spPr>
        <p:txBody>
          <a:bodyPr vert="horz" wrap="square" lIns="0" tIns="0" rIns="0" bIns="0" rtlCol="0">
            <a:noAutofit/>
          </a:bodyPr>
          <a:lstStyle/>
          <a:p>
            <a:pPr algn="ctr"/>
            <a:r>
              <a:rPr lang="en-US" sz="1300" b="1">
                <a:solidFill>
                  <a:srgbClr val="5B697B"/>
                </a:solidFill>
                <a:latin typeface="Aptos" panose="020B0004020202020204" pitchFamily="34" charset="0"/>
              </a:rPr>
              <a:t>Routing alone does not grant access to confidential file contents.</a:t>
            </a:r>
            <a:endParaRPr lang="en-PH" sz="1300" b="1">
              <a:solidFill>
                <a:srgbClr val="5B697B"/>
              </a:solidFill>
              <a:latin typeface="Aptos" panose="020B0004020202020204" pitchFamily="34" charset="0"/>
            </a:endParaRPr>
          </a:p>
        </p:txBody>
      </p:sp>
    </p:spTree>
    <p:extLst>
      <p:ext uri="{BB962C8B-B14F-4D97-AF65-F5344CB8AC3E}">
        <p14:creationId xmlns:p14="http://schemas.microsoft.com/office/powerpoint/2010/main" val="330714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FEA40E-9F90-5B72-1947-6052D1178F96}"/>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18B46B32-34A6-8640-1441-83B410D20A73}"/>
              </a:ext>
            </a:extLst>
          </p:cNvPr>
          <p:cNvSpPr txBox="1"/>
          <p:nvPr/>
        </p:nvSpPr>
        <p:spPr>
          <a:xfrm>
            <a:off x="457200" y="190500"/>
            <a:ext cx="10287000" cy="276999"/>
          </a:xfrm>
          <a:prstGeom prst="rect">
            <a:avLst/>
          </a:prstGeom>
          <a:noFill/>
        </p:spPr>
        <p:txBody>
          <a:bodyPr vert="horz" wrap="square" lIns="0" tIns="0" rIns="0" bIns="0" rtlCol="0">
            <a:noAutofit/>
          </a:bodyPr>
          <a:lstStyle/>
          <a:p>
            <a:r>
              <a:rPr lang="en-PH" sz="2500" b="1">
                <a:solidFill>
                  <a:srgbClr val="FFFFFF"/>
                </a:solidFill>
                <a:latin typeface="Aptos" panose="020B0004020202020204" pitchFamily="34" charset="0"/>
              </a:rPr>
              <a:t>4. Confidential-file access</a:t>
            </a:r>
          </a:p>
        </p:txBody>
      </p:sp>
      <p:sp>
        <p:nvSpPr>
          <p:cNvPr id="4" name="TextBox 3">
            <a:extLst>
              <a:ext uri="{FF2B5EF4-FFF2-40B4-BE49-F238E27FC236}">
                <a16:creationId xmlns:a16="http://schemas.microsoft.com/office/drawing/2014/main" id="{56292148-5FBB-AE94-753B-B40BF830DA2D}"/>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Separate document metadata visibility from access to the actual file</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4CE09776-CBBD-7D58-7D9B-F48844F3340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D5BE1386-B43C-084E-5AA5-A322D86BEBA4}"/>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06C45130-4CBD-E351-D67F-7577CFEFF25D}"/>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7F1EABD3-94C4-CD64-C5BD-4796674EA49F}"/>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07</a:t>
            </a:r>
          </a:p>
        </p:txBody>
      </p:sp>
      <p:sp>
        <p:nvSpPr>
          <p:cNvPr id="10" name="Rectangle: Rounded Corners 9">
            <a:extLst>
              <a:ext uri="{FF2B5EF4-FFF2-40B4-BE49-F238E27FC236}">
                <a16:creationId xmlns:a16="http://schemas.microsoft.com/office/drawing/2014/main" id="{7D5F63E9-E18C-6F7E-7A2A-5EE10A8E869C}"/>
              </a:ext>
            </a:extLst>
          </p:cNvPr>
          <p:cNvSpPr/>
          <p:nvPr/>
        </p:nvSpPr>
        <p:spPr>
          <a:xfrm>
            <a:off x="533400" y="1727200"/>
            <a:ext cx="3467100" cy="2197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0116BB7E-FC8C-5279-35A0-59C44F4D300D}"/>
              </a:ext>
            </a:extLst>
          </p:cNvPr>
          <p:cNvSpPr/>
          <p:nvPr/>
        </p:nvSpPr>
        <p:spPr>
          <a:xfrm>
            <a:off x="533400" y="1879600"/>
            <a:ext cx="63500" cy="18923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1E9279C5-DDCA-F38D-DFB8-BB54F66566DF}"/>
              </a:ext>
            </a:extLst>
          </p:cNvPr>
          <p:cNvSpPr txBox="1"/>
          <p:nvPr/>
        </p:nvSpPr>
        <p:spPr>
          <a:xfrm>
            <a:off x="736600" y="1879600"/>
            <a:ext cx="31115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REQUESTER</a:t>
            </a:r>
          </a:p>
        </p:txBody>
      </p:sp>
      <p:sp>
        <p:nvSpPr>
          <p:cNvPr id="13" name="TextBox 12">
            <a:extLst>
              <a:ext uri="{FF2B5EF4-FFF2-40B4-BE49-F238E27FC236}">
                <a16:creationId xmlns:a16="http://schemas.microsoft.com/office/drawing/2014/main" id="{37457E0C-2E3B-3A17-B9F8-142DD4215554}"/>
              </a:ext>
            </a:extLst>
          </p:cNvPr>
          <p:cNvSpPr txBox="1"/>
          <p:nvPr/>
        </p:nvSpPr>
        <p:spPr>
          <a:xfrm>
            <a:off x="736600" y="2298700"/>
            <a:ext cx="30861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A user who can see the record but cannot open a restricted file submits Request Access from Document Management.</a:t>
            </a:r>
            <a:endParaRPr lang="en-PH" sz="1400">
              <a:solidFill>
                <a:srgbClr val="233042"/>
              </a:solidFill>
              <a:latin typeface="Aptos" panose="020B0004020202020204" pitchFamily="34" charset="0"/>
            </a:endParaRPr>
          </a:p>
        </p:txBody>
      </p:sp>
      <p:sp>
        <p:nvSpPr>
          <p:cNvPr id="14" name="Arrow: Right 13">
            <a:extLst>
              <a:ext uri="{FF2B5EF4-FFF2-40B4-BE49-F238E27FC236}">
                <a16:creationId xmlns:a16="http://schemas.microsoft.com/office/drawing/2014/main" id="{88BCC9C8-313C-74D1-3863-927482A5B210}"/>
              </a:ext>
            </a:extLst>
          </p:cNvPr>
          <p:cNvSpPr/>
          <p:nvPr/>
        </p:nvSpPr>
        <p:spPr>
          <a:xfrm>
            <a:off x="4076700" y="2679700"/>
            <a:ext cx="381000" cy="2794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Rounded Corners 14">
            <a:extLst>
              <a:ext uri="{FF2B5EF4-FFF2-40B4-BE49-F238E27FC236}">
                <a16:creationId xmlns:a16="http://schemas.microsoft.com/office/drawing/2014/main" id="{769E4C65-2661-3538-43EC-AC7A5683F584}"/>
              </a:ext>
            </a:extLst>
          </p:cNvPr>
          <p:cNvSpPr/>
          <p:nvPr/>
        </p:nvSpPr>
        <p:spPr>
          <a:xfrm>
            <a:off x="4597400" y="1727200"/>
            <a:ext cx="3467100" cy="2197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Rectangle 15">
            <a:extLst>
              <a:ext uri="{FF2B5EF4-FFF2-40B4-BE49-F238E27FC236}">
                <a16:creationId xmlns:a16="http://schemas.microsoft.com/office/drawing/2014/main" id="{F1EEA873-A841-6F20-67AF-DEC3675FA73A}"/>
              </a:ext>
            </a:extLst>
          </p:cNvPr>
          <p:cNvSpPr/>
          <p:nvPr/>
        </p:nvSpPr>
        <p:spPr>
          <a:xfrm>
            <a:off x="4597400" y="1879600"/>
            <a:ext cx="63500" cy="18923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TextBox 16">
            <a:extLst>
              <a:ext uri="{FF2B5EF4-FFF2-40B4-BE49-F238E27FC236}">
                <a16:creationId xmlns:a16="http://schemas.microsoft.com/office/drawing/2014/main" id="{47BC332B-6DC9-6C06-A264-19EC85AF6B58}"/>
              </a:ext>
            </a:extLst>
          </p:cNvPr>
          <p:cNvSpPr txBox="1"/>
          <p:nvPr/>
        </p:nvSpPr>
        <p:spPr>
          <a:xfrm>
            <a:off x="4800600" y="1879600"/>
            <a:ext cx="31115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CURRENT ASSIGNEE</a:t>
            </a:r>
          </a:p>
        </p:txBody>
      </p:sp>
      <p:sp>
        <p:nvSpPr>
          <p:cNvPr id="18" name="TextBox 17">
            <a:extLst>
              <a:ext uri="{FF2B5EF4-FFF2-40B4-BE49-F238E27FC236}">
                <a16:creationId xmlns:a16="http://schemas.microsoft.com/office/drawing/2014/main" id="{5F8F95E4-AFAA-FA53-1335-68D2F0719FD5}"/>
              </a:ext>
            </a:extLst>
          </p:cNvPr>
          <p:cNvSpPr txBox="1"/>
          <p:nvPr/>
        </p:nvSpPr>
        <p:spPr>
          <a:xfrm>
            <a:off x="4800600" y="2298700"/>
            <a:ext cx="30861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Reviews the request and may grant or reject access. The assignee may later revoke a grant.</a:t>
            </a:r>
            <a:endParaRPr lang="en-PH" sz="1400">
              <a:solidFill>
                <a:srgbClr val="233042"/>
              </a:solidFill>
              <a:latin typeface="Aptos" panose="020B0004020202020204" pitchFamily="34" charset="0"/>
            </a:endParaRPr>
          </a:p>
        </p:txBody>
      </p:sp>
      <p:sp>
        <p:nvSpPr>
          <p:cNvPr id="19" name="Arrow: Right 18">
            <a:extLst>
              <a:ext uri="{FF2B5EF4-FFF2-40B4-BE49-F238E27FC236}">
                <a16:creationId xmlns:a16="http://schemas.microsoft.com/office/drawing/2014/main" id="{E59EA53C-C5CA-B403-8741-8E8437A93DA6}"/>
              </a:ext>
            </a:extLst>
          </p:cNvPr>
          <p:cNvSpPr/>
          <p:nvPr/>
        </p:nvSpPr>
        <p:spPr>
          <a:xfrm>
            <a:off x="8153400" y="2679700"/>
            <a:ext cx="381000" cy="279400"/>
          </a:xfrm>
          <a:prstGeom prst="rightArrow">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Rounded Corners 19">
            <a:extLst>
              <a:ext uri="{FF2B5EF4-FFF2-40B4-BE49-F238E27FC236}">
                <a16:creationId xmlns:a16="http://schemas.microsoft.com/office/drawing/2014/main" id="{6310E57C-1F08-7D3B-4DAD-F90FFBF7167F}"/>
              </a:ext>
            </a:extLst>
          </p:cNvPr>
          <p:cNvSpPr/>
          <p:nvPr/>
        </p:nvSpPr>
        <p:spPr>
          <a:xfrm>
            <a:off x="8674100" y="1727200"/>
            <a:ext cx="2984500" cy="2197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Rectangle 20">
            <a:extLst>
              <a:ext uri="{FF2B5EF4-FFF2-40B4-BE49-F238E27FC236}">
                <a16:creationId xmlns:a16="http://schemas.microsoft.com/office/drawing/2014/main" id="{E52EA693-4CED-D819-5924-B09F9EF1F39C}"/>
              </a:ext>
            </a:extLst>
          </p:cNvPr>
          <p:cNvSpPr/>
          <p:nvPr/>
        </p:nvSpPr>
        <p:spPr>
          <a:xfrm>
            <a:off x="8674100" y="1879600"/>
            <a:ext cx="63500" cy="18923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a:extLst>
              <a:ext uri="{FF2B5EF4-FFF2-40B4-BE49-F238E27FC236}">
                <a16:creationId xmlns:a16="http://schemas.microsoft.com/office/drawing/2014/main" id="{C54E61CC-524B-A6BA-4E18-4D76615D2C61}"/>
              </a:ext>
            </a:extLst>
          </p:cNvPr>
          <p:cNvSpPr txBox="1"/>
          <p:nvPr/>
        </p:nvSpPr>
        <p:spPr>
          <a:xfrm>
            <a:off x="8877300" y="1879600"/>
            <a:ext cx="2628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FILE ACCESS</a:t>
            </a:r>
          </a:p>
        </p:txBody>
      </p:sp>
      <p:sp>
        <p:nvSpPr>
          <p:cNvPr id="23" name="TextBox 22">
            <a:extLst>
              <a:ext uri="{FF2B5EF4-FFF2-40B4-BE49-F238E27FC236}">
                <a16:creationId xmlns:a16="http://schemas.microsoft.com/office/drawing/2014/main" id="{3C1AB821-2576-97DC-6F07-73143ECD8B49}"/>
              </a:ext>
            </a:extLst>
          </p:cNvPr>
          <p:cNvSpPr txBox="1"/>
          <p:nvPr/>
        </p:nvSpPr>
        <p:spPr>
          <a:xfrm>
            <a:off x="8877300" y="2298700"/>
            <a:ext cx="26035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An approved access grant allows the requester to open the restricted file. Routing itself is not an access grant.</a:t>
            </a:r>
            <a:endParaRPr lang="en-PH" sz="1400">
              <a:solidFill>
                <a:srgbClr val="233042"/>
              </a:solidFill>
              <a:latin typeface="Aptos" panose="020B0004020202020204" pitchFamily="34" charset="0"/>
            </a:endParaRPr>
          </a:p>
        </p:txBody>
      </p:sp>
      <p:sp>
        <p:nvSpPr>
          <p:cNvPr id="24" name="Rectangle: Rounded Corners 23">
            <a:extLst>
              <a:ext uri="{FF2B5EF4-FFF2-40B4-BE49-F238E27FC236}">
                <a16:creationId xmlns:a16="http://schemas.microsoft.com/office/drawing/2014/main" id="{B528D65A-6133-0125-7FBF-61B7E142DEEA}"/>
              </a:ext>
            </a:extLst>
          </p:cNvPr>
          <p:cNvSpPr/>
          <p:nvPr/>
        </p:nvSpPr>
        <p:spPr>
          <a:xfrm>
            <a:off x="1054100" y="4495800"/>
            <a:ext cx="4381500" cy="1155700"/>
          </a:xfrm>
          <a:prstGeom prst="roundRect">
            <a:avLst/>
          </a:prstGeom>
          <a:solidFill>
            <a:srgbClr val="E7F0FA"/>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5" name="Rectangle 24">
            <a:extLst>
              <a:ext uri="{FF2B5EF4-FFF2-40B4-BE49-F238E27FC236}">
                <a16:creationId xmlns:a16="http://schemas.microsoft.com/office/drawing/2014/main" id="{7EEF0879-EDC1-AEFB-416A-B92FC95F99F5}"/>
              </a:ext>
            </a:extLst>
          </p:cNvPr>
          <p:cNvSpPr/>
          <p:nvPr/>
        </p:nvSpPr>
        <p:spPr>
          <a:xfrm>
            <a:off x="1054100" y="4648200"/>
            <a:ext cx="63500" cy="8509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TextBox 25">
            <a:extLst>
              <a:ext uri="{FF2B5EF4-FFF2-40B4-BE49-F238E27FC236}">
                <a16:creationId xmlns:a16="http://schemas.microsoft.com/office/drawing/2014/main" id="{2849452C-BDBB-307A-2983-A697FFD94232}"/>
              </a:ext>
            </a:extLst>
          </p:cNvPr>
          <p:cNvSpPr txBox="1"/>
          <p:nvPr/>
        </p:nvSpPr>
        <p:spPr>
          <a:xfrm>
            <a:off x="1257300" y="4648200"/>
            <a:ext cx="4025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REQUESTER OPTION</a:t>
            </a:r>
          </a:p>
        </p:txBody>
      </p:sp>
      <p:sp>
        <p:nvSpPr>
          <p:cNvPr id="27" name="TextBox 26">
            <a:extLst>
              <a:ext uri="{FF2B5EF4-FFF2-40B4-BE49-F238E27FC236}">
                <a16:creationId xmlns:a16="http://schemas.microsoft.com/office/drawing/2014/main" id="{2B0EF3B8-8210-B661-DA0D-BB2CD2C93DA2}"/>
              </a:ext>
            </a:extLst>
          </p:cNvPr>
          <p:cNvSpPr txBox="1"/>
          <p:nvPr/>
        </p:nvSpPr>
        <p:spPr>
          <a:xfrm>
            <a:off x="1257300" y="5067300"/>
            <a:ext cx="40005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The requester may cancel their own pending request.</a:t>
            </a:r>
            <a:endParaRPr lang="en-PH" sz="1300">
              <a:solidFill>
                <a:srgbClr val="233042"/>
              </a:solidFill>
              <a:latin typeface="Aptos" panose="020B0004020202020204" pitchFamily="34" charset="0"/>
            </a:endParaRPr>
          </a:p>
        </p:txBody>
      </p:sp>
      <p:sp>
        <p:nvSpPr>
          <p:cNvPr id="28" name="Rectangle: Rounded Corners 27">
            <a:extLst>
              <a:ext uri="{FF2B5EF4-FFF2-40B4-BE49-F238E27FC236}">
                <a16:creationId xmlns:a16="http://schemas.microsoft.com/office/drawing/2014/main" id="{ACC077D3-635C-1016-855F-0534C0949901}"/>
              </a:ext>
            </a:extLst>
          </p:cNvPr>
          <p:cNvSpPr/>
          <p:nvPr/>
        </p:nvSpPr>
        <p:spPr>
          <a:xfrm>
            <a:off x="6756400" y="4495800"/>
            <a:ext cx="4381500" cy="1155700"/>
          </a:xfrm>
          <a:prstGeom prst="roundRect">
            <a:avLst/>
          </a:prstGeom>
          <a:solidFill>
            <a:srgbClr val="FBF5E4"/>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9" name="Rectangle 28">
            <a:extLst>
              <a:ext uri="{FF2B5EF4-FFF2-40B4-BE49-F238E27FC236}">
                <a16:creationId xmlns:a16="http://schemas.microsoft.com/office/drawing/2014/main" id="{CEF1EDED-AB1E-7713-F774-887417C37150}"/>
              </a:ext>
            </a:extLst>
          </p:cNvPr>
          <p:cNvSpPr/>
          <p:nvPr/>
        </p:nvSpPr>
        <p:spPr>
          <a:xfrm>
            <a:off x="6756400" y="4648200"/>
            <a:ext cx="63500" cy="8509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0" name="TextBox 29">
            <a:extLst>
              <a:ext uri="{FF2B5EF4-FFF2-40B4-BE49-F238E27FC236}">
                <a16:creationId xmlns:a16="http://schemas.microsoft.com/office/drawing/2014/main" id="{942B723F-3FF9-3663-ACC6-B90FD9AC6CE1}"/>
              </a:ext>
            </a:extLst>
          </p:cNvPr>
          <p:cNvSpPr txBox="1"/>
          <p:nvPr/>
        </p:nvSpPr>
        <p:spPr>
          <a:xfrm>
            <a:off x="6959600" y="4648200"/>
            <a:ext cx="4025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ADMIN VISIBILITY</a:t>
            </a:r>
          </a:p>
        </p:txBody>
      </p:sp>
      <p:sp>
        <p:nvSpPr>
          <p:cNvPr id="31" name="TextBox 30">
            <a:extLst>
              <a:ext uri="{FF2B5EF4-FFF2-40B4-BE49-F238E27FC236}">
                <a16:creationId xmlns:a16="http://schemas.microsoft.com/office/drawing/2014/main" id="{911B27F4-A028-3A8D-35DF-09E820BF38C5}"/>
              </a:ext>
            </a:extLst>
          </p:cNvPr>
          <p:cNvSpPr txBox="1"/>
          <p:nvPr/>
        </p:nvSpPr>
        <p:spPr>
          <a:xfrm>
            <a:off x="6959600" y="5067300"/>
            <a:ext cx="4000500" cy="276999"/>
          </a:xfrm>
          <a:prstGeom prst="rect">
            <a:avLst/>
          </a:prstGeom>
          <a:noFill/>
        </p:spPr>
        <p:txBody>
          <a:bodyPr vert="horz" wrap="square" lIns="0" tIns="0" rIns="0" bIns="0" rtlCol="0">
            <a:noAutofit/>
          </a:bodyPr>
          <a:lstStyle/>
          <a:p>
            <a:r>
              <a:rPr lang="en-US" sz="1200">
                <a:solidFill>
                  <a:srgbClr val="233042"/>
                </a:solidFill>
                <a:latin typeface="Aptos" panose="020B0004020202020204" pitchFamily="34" charset="0"/>
              </a:rPr>
              <a:t>ADMIN can review requests system-wide and cancel them; approval/rejection/revocation is currently restricted to the current assignee.</a:t>
            </a:r>
            <a:endParaRPr lang="en-PH" sz="1200">
              <a:solidFill>
                <a:srgbClr val="233042"/>
              </a:solidFill>
              <a:latin typeface="Aptos" panose="020B0004020202020204" pitchFamily="34" charset="0"/>
            </a:endParaRPr>
          </a:p>
        </p:txBody>
      </p:sp>
      <p:sp>
        <p:nvSpPr>
          <p:cNvPr id="32" name="TextBox 31">
            <a:extLst>
              <a:ext uri="{FF2B5EF4-FFF2-40B4-BE49-F238E27FC236}">
                <a16:creationId xmlns:a16="http://schemas.microsoft.com/office/drawing/2014/main" id="{DB7A82B8-232C-9556-ABD4-37FB411BCD8B}"/>
              </a:ext>
            </a:extLst>
          </p:cNvPr>
          <p:cNvSpPr txBox="1"/>
          <p:nvPr/>
        </p:nvSpPr>
        <p:spPr>
          <a:xfrm>
            <a:off x="660400" y="5905500"/>
            <a:ext cx="10922000" cy="276999"/>
          </a:xfrm>
          <a:prstGeom prst="rect">
            <a:avLst/>
          </a:prstGeom>
          <a:noFill/>
        </p:spPr>
        <p:txBody>
          <a:bodyPr vert="horz" wrap="square" lIns="0" tIns="0" rIns="0" bIns="0" rtlCol="0">
            <a:noAutofit/>
          </a:bodyPr>
          <a:lstStyle/>
          <a:p>
            <a:r>
              <a:rPr lang="en-US" sz="1200" b="1">
                <a:solidFill>
                  <a:srgbClr val="5B697B"/>
                </a:solidFill>
                <a:latin typeface="Aptos" panose="020B0004020202020204" pitchFamily="34" charset="0"/>
              </a:rPr>
              <a:t>Current behavior: documents use their stored confidentiality level; the system does not automatically mark every document confidential.</a:t>
            </a:r>
            <a:endParaRPr lang="en-PH" sz="1200" b="1">
              <a:solidFill>
                <a:srgbClr val="5B697B"/>
              </a:solidFill>
              <a:latin typeface="Aptos" panose="020B0004020202020204" pitchFamily="34" charset="0"/>
            </a:endParaRPr>
          </a:p>
        </p:txBody>
      </p:sp>
    </p:spTree>
    <p:extLst>
      <p:ext uri="{BB962C8B-B14F-4D97-AF65-F5344CB8AC3E}">
        <p14:creationId xmlns:p14="http://schemas.microsoft.com/office/powerpoint/2010/main" val="411730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78DE16-0D61-2FA4-3CEE-3E387D9B400E}"/>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FEE5B877-2B05-250E-806C-FCE3C135D2D6}"/>
              </a:ext>
            </a:extLst>
          </p:cNvPr>
          <p:cNvSpPr txBox="1"/>
          <p:nvPr/>
        </p:nvSpPr>
        <p:spPr>
          <a:xfrm>
            <a:off x="457200" y="190500"/>
            <a:ext cx="10287000" cy="276999"/>
          </a:xfrm>
          <a:prstGeom prst="rect">
            <a:avLst/>
          </a:prstGeom>
          <a:noFill/>
        </p:spPr>
        <p:txBody>
          <a:bodyPr vert="horz" wrap="square" lIns="0" tIns="0" rIns="0" bIns="0" rtlCol="0">
            <a:noAutofit/>
          </a:bodyPr>
          <a:lstStyle/>
          <a:p>
            <a:r>
              <a:rPr lang="en-US" sz="2500" b="1">
                <a:solidFill>
                  <a:srgbClr val="FFFFFF"/>
                </a:solidFill>
                <a:latin typeface="Aptos" panose="020B0004020202020204" pitchFamily="34" charset="0"/>
              </a:rPr>
              <a:t>5. Track, report, and archive</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0A1438F2-DEF1-6357-ABB9-4921218A85E2}"/>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Use tracking and work queues during processing; archive only when active work is complete</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79BF6F4F-F0F0-3F64-0BC9-648EC9C802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4420E7C6-D8F0-54F3-6AD0-3CC41282169F}"/>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898E3723-133B-F43B-E671-E18433395E64}"/>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85A3367F-2BF5-1965-F329-4376C85160C9}"/>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08</a:t>
            </a:r>
          </a:p>
        </p:txBody>
      </p:sp>
      <p:sp>
        <p:nvSpPr>
          <p:cNvPr id="10" name="Rectangle: Rounded Corners 9">
            <a:extLst>
              <a:ext uri="{FF2B5EF4-FFF2-40B4-BE49-F238E27FC236}">
                <a16:creationId xmlns:a16="http://schemas.microsoft.com/office/drawing/2014/main" id="{39E53188-DF6B-4447-1611-3D7E36CD469C}"/>
              </a:ext>
            </a:extLst>
          </p:cNvPr>
          <p:cNvSpPr/>
          <p:nvPr/>
        </p:nvSpPr>
        <p:spPr>
          <a:xfrm>
            <a:off x="508000" y="1727200"/>
            <a:ext cx="3467100" cy="22479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EFA68E44-60E9-4F53-79FE-36608DC0350A}"/>
              </a:ext>
            </a:extLst>
          </p:cNvPr>
          <p:cNvSpPr/>
          <p:nvPr/>
        </p:nvSpPr>
        <p:spPr>
          <a:xfrm>
            <a:off x="508000" y="1879600"/>
            <a:ext cx="63500" cy="19431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3040CD31-AD71-0003-FFDA-63B1DF378FF9}"/>
              </a:ext>
            </a:extLst>
          </p:cNvPr>
          <p:cNvSpPr txBox="1"/>
          <p:nvPr/>
        </p:nvSpPr>
        <p:spPr>
          <a:xfrm>
            <a:off x="711200" y="1879600"/>
            <a:ext cx="31115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TRACKING AND PENDING QUEUE</a:t>
            </a:r>
          </a:p>
        </p:txBody>
      </p:sp>
      <p:sp>
        <p:nvSpPr>
          <p:cNvPr id="13" name="TextBox 12">
            <a:extLst>
              <a:ext uri="{FF2B5EF4-FFF2-40B4-BE49-F238E27FC236}">
                <a16:creationId xmlns:a16="http://schemas.microsoft.com/office/drawing/2014/main" id="{029E42D2-B251-3C6F-1AF9-91E777FA3186}"/>
              </a:ext>
            </a:extLst>
          </p:cNvPr>
          <p:cNvSpPr txBox="1"/>
          <p:nvPr/>
        </p:nvSpPr>
        <p:spPr>
          <a:xfrm>
            <a:off x="711200" y="2298700"/>
            <a:ext cx="30861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Search by tracking number. Review status, current department/assignee, dates, and route history. Use Pending Documents for daily action and overdue checks.</a:t>
            </a:r>
            <a:endParaRPr lang="en-PH" sz="1400">
              <a:solidFill>
                <a:srgbClr val="233042"/>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BF0C22CD-EF24-3F57-A85E-CFFDD50EE040}"/>
              </a:ext>
            </a:extLst>
          </p:cNvPr>
          <p:cNvSpPr/>
          <p:nvPr/>
        </p:nvSpPr>
        <p:spPr>
          <a:xfrm>
            <a:off x="4356100" y="1727200"/>
            <a:ext cx="3467100" cy="22479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14">
            <a:extLst>
              <a:ext uri="{FF2B5EF4-FFF2-40B4-BE49-F238E27FC236}">
                <a16:creationId xmlns:a16="http://schemas.microsoft.com/office/drawing/2014/main" id="{3D4BC230-DB58-2952-AF02-48C70C3DE757}"/>
              </a:ext>
            </a:extLst>
          </p:cNvPr>
          <p:cNvSpPr/>
          <p:nvPr/>
        </p:nvSpPr>
        <p:spPr>
          <a:xfrm>
            <a:off x="4356100" y="1879600"/>
            <a:ext cx="63500" cy="19431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AF714C70-8C2E-8F27-C031-4BB7AB9EB11A}"/>
              </a:ext>
            </a:extLst>
          </p:cNvPr>
          <p:cNvSpPr txBox="1"/>
          <p:nvPr/>
        </p:nvSpPr>
        <p:spPr>
          <a:xfrm>
            <a:off x="4559300" y="1879600"/>
            <a:ext cx="31115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REPORTS AND TRACKING SLIPS</a:t>
            </a:r>
          </a:p>
        </p:txBody>
      </p:sp>
      <p:sp>
        <p:nvSpPr>
          <p:cNvPr id="17" name="TextBox 16">
            <a:extLst>
              <a:ext uri="{FF2B5EF4-FFF2-40B4-BE49-F238E27FC236}">
                <a16:creationId xmlns:a16="http://schemas.microsoft.com/office/drawing/2014/main" id="{8BEA3F1F-86CE-EDD2-1615-01C3EFBBB955}"/>
              </a:ext>
            </a:extLst>
          </p:cNvPr>
          <p:cNvSpPr txBox="1"/>
          <p:nvPr/>
        </p:nvSpPr>
        <p:spPr>
          <a:xfrm>
            <a:off x="4559300" y="2298700"/>
            <a:ext cx="30861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Authorized users review period-based reports and available print/export actions. INCOMING can print tracking slips for selected documents.</a:t>
            </a:r>
            <a:endParaRPr lang="en-PH" sz="1400">
              <a:solidFill>
                <a:srgbClr val="233042"/>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17517E64-D43B-0BF8-40CE-BCA0E2E70F40}"/>
              </a:ext>
            </a:extLst>
          </p:cNvPr>
          <p:cNvSpPr/>
          <p:nvPr/>
        </p:nvSpPr>
        <p:spPr>
          <a:xfrm>
            <a:off x="8204200" y="1727200"/>
            <a:ext cx="3467100" cy="22479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a:extLst>
              <a:ext uri="{FF2B5EF4-FFF2-40B4-BE49-F238E27FC236}">
                <a16:creationId xmlns:a16="http://schemas.microsoft.com/office/drawing/2014/main" id="{46F139BC-AE8C-478F-3D98-771B943EFB15}"/>
              </a:ext>
            </a:extLst>
          </p:cNvPr>
          <p:cNvSpPr/>
          <p:nvPr/>
        </p:nvSpPr>
        <p:spPr>
          <a:xfrm>
            <a:off x="8204200" y="1879600"/>
            <a:ext cx="63500" cy="19431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TextBox 19">
            <a:extLst>
              <a:ext uri="{FF2B5EF4-FFF2-40B4-BE49-F238E27FC236}">
                <a16:creationId xmlns:a16="http://schemas.microsoft.com/office/drawing/2014/main" id="{FFAA6AF0-DDEA-81D3-8EBD-0646AEB7A649}"/>
              </a:ext>
            </a:extLst>
          </p:cNvPr>
          <p:cNvSpPr txBox="1"/>
          <p:nvPr/>
        </p:nvSpPr>
        <p:spPr>
          <a:xfrm>
            <a:off x="8407400" y="1879600"/>
            <a:ext cx="31115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ARCHIVE AND RESTORE</a:t>
            </a:r>
          </a:p>
        </p:txBody>
      </p:sp>
      <p:sp>
        <p:nvSpPr>
          <p:cNvPr id="21" name="TextBox 20">
            <a:extLst>
              <a:ext uri="{FF2B5EF4-FFF2-40B4-BE49-F238E27FC236}">
                <a16:creationId xmlns:a16="http://schemas.microsoft.com/office/drawing/2014/main" id="{17B737DB-DAFD-D646-1BE9-14E0D9B65589}"/>
              </a:ext>
            </a:extLst>
          </p:cNvPr>
          <p:cNvSpPr txBox="1"/>
          <p:nvPr/>
        </p:nvSpPr>
        <p:spPr>
          <a:xfrm>
            <a:off x="8407400" y="2298700"/>
            <a:ext cx="30861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Archive completed records under office policy. Authorized users can restore an archived record; restore returns its status to Received.</a:t>
            </a:r>
            <a:endParaRPr lang="en-PH" sz="1400">
              <a:solidFill>
                <a:srgbClr val="233042"/>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F05B060A-8EDC-A50D-4A37-496F0FD1DBA2}"/>
              </a:ext>
            </a:extLst>
          </p:cNvPr>
          <p:cNvSpPr/>
          <p:nvPr/>
        </p:nvSpPr>
        <p:spPr>
          <a:xfrm>
            <a:off x="1587500" y="4508500"/>
            <a:ext cx="9017000" cy="1016000"/>
          </a:xfrm>
          <a:prstGeom prst="roundRect">
            <a:avLst/>
          </a:prstGeom>
          <a:solidFill>
            <a:srgbClr val="E7F0FA"/>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3" name="Rectangle 22">
            <a:extLst>
              <a:ext uri="{FF2B5EF4-FFF2-40B4-BE49-F238E27FC236}">
                <a16:creationId xmlns:a16="http://schemas.microsoft.com/office/drawing/2014/main" id="{1506F6FE-1DFF-0895-8F3E-CCDE075EF549}"/>
              </a:ext>
            </a:extLst>
          </p:cNvPr>
          <p:cNvSpPr/>
          <p:nvPr/>
        </p:nvSpPr>
        <p:spPr>
          <a:xfrm>
            <a:off x="1587500" y="4660900"/>
            <a:ext cx="63500" cy="7112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TextBox 23">
            <a:extLst>
              <a:ext uri="{FF2B5EF4-FFF2-40B4-BE49-F238E27FC236}">
                <a16:creationId xmlns:a16="http://schemas.microsoft.com/office/drawing/2014/main" id="{E15A4063-F236-1391-5216-EE3FDD967570}"/>
              </a:ext>
            </a:extLst>
          </p:cNvPr>
          <p:cNvSpPr txBox="1"/>
          <p:nvPr/>
        </p:nvSpPr>
        <p:spPr>
          <a:xfrm>
            <a:off x="1790700" y="4660900"/>
            <a:ext cx="8661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AUDIT TRAIL</a:t>
            </a:r>
          </a:p>
        </p:txBody>
      </p:sp>
      <p:sp>
        <p:nvSpPr>
          <p:cNvPr id="25" name="TextBox 24">
            <a:extLst>
              <a:ext uri="{FF2B5EF4-FFF2-40B4-BE49-F238E27FC236}">
                <a16:creationId xmlns:a16="http://schemas.microsoft.com/office/drawing/2014/main" id="{57AE0630-C35F-956E-96FA-8190B405206D}"/>
              </a:ext>
            </a:extLst>
          </p:cNvPr>
          <p:cNvSpPr txBox="1"/>
          <p:nvPr/>
        </p:nvSpPr>
        <p:spPr>
          <a:xfrm>
            <a:off x="1790700" y="5080000"/>
            <a:ext cx="8636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ADMIN can review recorded user, document, routing, password-reset, and account events. IP/browser information appears only when recorded.</a:t>
            </a:r>
            <a:endParaRPr lang="en-PH" sz="1300">
              <a:solidFill>
                <a:srgbClr val="233042"/>
              </a:solidFill>
              <a:latin typeface="Aptos" panose="020B0004020202020204" pitchFamily="34" charset="0"/>
            </a:endParaRPr>
          </a:p>
        </p:txBody>
      </p:sp>
    </p:spTree>
    <p:extLst>
      <p:ext uri="{BB962C8B-B14F-4D97-AF65-F5344CB8AC3E}">
        <p14:creationId xmlns:p14="http://schemas.microsoft.com/office/powerpoint/2010/main" val="159130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B32A68-1DC5-8CBA-C075-3F3F872F2445}"/>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0CD55377-2348-EBD0-8487-63857EC35FAA}"/>
              </a:ext>
            </a:extLst>
          </p:cNvPr>
          <p:cNvSpPr txBox="1"/>
          <p:nvPr/>
        </p:nvSpPr>
        <p:spPr>
          <a:xfrm>
            <a:off x="457200" y="190500"/>
            <a:ext cx="10287000" cy="276999"/>
          </a:xfrm>
          <a:prstGeom prst="rect">
            <a:avLst/>
          </a:prstGeom>
          <a:noFill/>
        </p:spPr>
        <p:txBody>
          <a:bodyPr vert="horz" wrap="square" lIns="0" tIns="0" rIns="0" bIns="0" rtlCol="0">
            <a:noAutofit/>
          </a:bodyPr>
          <a:lstStyle/>
          <a:p>
            <a:r>
              <a:rPr lang="en-US" sz="2500" b="1">
                <a:solidFill>
                  <a:srgbClr val="FFFFFF"/>
                </a:solidFill>
                <a:latin typeface="Aptos" panose="020B0004020202020204" pitchFamily="34" charset="0"/>
              </a:rPr>
              <a:t>6. Accounts and system administration</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F2632D81-DB6B-D4DE-8B12-7073CFACACFC}"/>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These supporting workflows govern who can use the application and what they can do</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933C71A0-66A0-57C0-8602-7A31913385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602F17B3-E541-7737-6256-8B07494E08E7}"/>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FEAE5D43-8DFD-F159-11E4-837C0E8A269F}"/>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2A4518A0-4F9D-323C-0FA8-534DB968081C}"/>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09</a:t>
            </a:r>
          </a:p>
        </p:txBody>
      </p:sp>
      <p:sp>
        <p:nvSpPr>
          <p:cNvPr id="10" name="Rectangle: Rounded Corners 9">
            <a:extLst>
              <a:ext uri="{FF2B5EF4-FFF2-40B4-BE49-F238E27FC236}">
                <a16:creationId xmlns:a16="http://schemas.microsoft.com/office/drawing/2014/main" id="{C62E201C-030D-0CEB-D5F5-AEB2E11D3A5A}"/>
              </a:ext>
            </a:extLst>
          </p:cNvPr>
          <p:cNvSpPr/>
          <p:nvPr/>
        </p:nvSpPr>
        <p:spPr>
          <a:xfrm>
            <a:off x="482600" y="1612900"/>
            <a:ext cx="3530600" cy="23495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50C13A59-84F1-36CA-C7B8-40DA8E1B1BEE}"/>
              </a:ext>
            </a:extLst>
          </p:cNvPr>
          <p:cNvSpPr/>
          <p:nvPr/>
        </p:nvSpPr>
        <p:spPr>
          <a:xfrm>
            <a:off x="482600" y="1765300"/>
            <a:ext cx="63500" cy="20447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93EA4817-B20B-5EC3-D1DA-A7EF4629D071}"/>
              </a:ext>
            </a:extLst>
          </p:cNvPr>
          <p:cNvSpPr txBox="1"/>
          <p:nvPr/>
        </p:nvSpPr>
        <p:spPr>
          <a:xfrm>
            <a:off x="685800" y="1765300"/>
            <a:ext cx="31750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ACCOUNT LIFECYCLE</a:t>
            </a:r>
          </a:p>
        </p:txBody>
      </p:sp>
      <p:sp>
        <p:nvSpPr>
          <p:cNvPr id="13" name="TextBox 12">
            <a:extLst>
              <a:ext uri="{FF2B5EF4-FFF2-40B4-BE49-F238E27FC236}">
                <a16:creationId xmlns:a16="http://schemas.microsoft.com/office/drawing/2014/main" id="{A9721E3C-DE11-BF36-65B9-C92F268B24DC}"/>
              </a:ext>
            </a:extLst>
          </p:cNvPr>
          <p:cNvSpPr txBox="1"/>
          <p:nvPr/>
        </p:nvSpPr>
        <p:spPr>
          <a:xfrm>
            <a:off x="685800" y="2184400"/>
            <a:ext cx="31496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Staff submits registration -&gt; account waits pending/inactive -&gt; ADMIN reviews and approves/activates -&gt; user signs in. ADMIN can edit, deactivate/reactivate, or delete accounts when authorized.</a:t>
            </a:r>
            <a:endParaRPr lang="en-PH" sz="1300">
              <a:solidFill>
                <a:srgbClr val="233042"/>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FE8A61CB-EDEE-1A63-9674-4897A824F855}"/>
              </a:ext>
            </a:extLst>
          </p:cNvPr>
          <p:cNvSpPr/>
          <p:nvPr/>
        </p:nvSpPr>
        <p:spPr>
          <a:xfrm>
            <a:off x="4330700" y="1612900"/>
            <a:ext cx="3530600" cy="23495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14">
            <a:extLst>
              <a:ext uri="{FF2B5EF4-FFF2-40B4-BE49-F238E27FC236}">
                <a16:creationId xmlns:a16="http://schemas.microsoft.com/office/drawing/2014/main" id="{E66ECF61-7DC0-E91C-077B-4983C88678F6}"/>
              </a:ext>
            </a:extLst>
          </p:cNvPr>
          <p:cNvSpPr/>
          <p:nvPr/>
        </p:nvSpPr>
        <p:spPr>
          <a:xfrm>
            <a:off x="4330700" y="1765300"/>
            <a:ext cx="63500" cy="20447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2822B98A-E284-8B34-D042-6DAF8FADB222}"/>
              </a:ext>
            </a:extLst>
          </p:cNvPr>
          <p:cNvSpPr txBox="1"/>
          <p:nvPr/>
        </p:nvSpPr>
        <p:spPr>
          <a:xfrm>
            <a:off x="4533900" y="1765300"/>
            <a:ext cx="31750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ROLES AND CONFIGURATION</a:t>
            </a:r>
          </a:p>
        </p:txBody>
      </p:sp>
      <p:sp>
        <p:nvSpPr>
          <p:cNvPr id="17" name="TextBox 16">
            <a:extLst>
              <a:ext uri="{FF2B5EF4-FFF2-40B4-BE49-F238E27FC236}">
                <a16:creationId xmlns:a16="http://schemas.microsoft.com/office/drawing/2014/main" id="{8AD2583A-FC06-8200-9062-14B26DAB2B21}"/>
              </a:ext>
            </a:extLst>
          </p:cNvPr>
          <p:cNvSpPr txBox="1"/>
          <p:nvPr/>
        </p:nvSpPr>
        <p:spPr>
          <a:xfrm>
            <a:off x="4533900" y="2184400"/>
            <a:ext cx="31496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ADMIN manages role-to-page permissions, active departments, document types and retention settings, and system settings. Assign only the access needed.</a:t>
            </a:r>
            <a:endParaRPr lang="en-PH" sz="1300">
              <a:solidFill>
                <a:srgbClr val="233042"/>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EE22B846-E511-3010-4489-B85B84E89E2C}"/>
              </a:ext>
            </a:extLst>
          </p:cNvPr>
          <p:cNvSpPr/>
          <p:nvPr/>
        </p:nvSpPr>
        <p:spPr>
          <a:xfrm>
            <a:off x="8178800" y="1612900"/>
            <a:ext cx="3530600" cy="23495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a:extLst>
              <a:ext uri="{FF2B5EF4-FFF2-40B4-BE49-F238E27FC236}">
                <a16:creationId xmlns:a16="http://schemas.microsoft.com/office/drawing/2014/main" id="{03D644AE-A43C-9C54-2987-DE3778D46FF5}"/>
              </a:ext>
            </a:extLst>
          </p:cNvPr>
          <p:cNvSpPr/>
          <p:nvPr/>
        </p:nvSpPr>
        <p:spPr>
          <a:xfrm>
            <a:off x="8178800" y="1765300"/>
            <a:ext cx="63500" cy="20447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TextBox 19">
            <a:extLst>
              <a:ext uri="{FF2B5EF4-FFF2-40B4-BE49-F238E27FC236}">
                <a16:creationId xmlns:a16="http://schemas.microsoft.com/office/drawing/2014/main" id="{8B00D3FB-56D1-E7A7-5077-AAFA63247E7D}"/>
              </a:ext>
            </a:extLst>
          </p:cNvPr>
          <p:cNvSpPr txBox="1"/>
          <p:nvPr/>
        </p:nvSpPr>
        <p:spPr>
          <a:xfrm>
            <a:off x="8382000" y="1765300"/>
            <a:ext cx="31750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PROFILE AND RECOVERY</a:t>
            </a:r>
          </a:p>
        </p:txBody>
      </p:sp>
      <p:sp>
        <p:nvSpPr>
          <p:cNvPr id="21" name="TextBox 20">
            <a:extLst>
              <a:ext uri="{FF2B5EF4-FFF2-40B4-BE49-F238E27FC236}">
                <a16:creationId xmlns:a16="http://schemas.microsoft.com/office/drawing/2014/main" id="{9CE6D0F4-B100-EE27-E2A5-E3E56A2AB16C}"/>
              </a:ext>
            </a:extLst>
          </p:cNvPr>
          <p:cNvSpPr txBox="1"/>
          <p:nvPr/>
        </p:nvSpPr>
        <p:spPr>
          <a:xfrm>
            <a:off x="8382000" y="2184400"/>
            <a:ext cx="31496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Users update profile details and recovery answers. Regular staff use recovery-question verification to reset a password; admin accounts need manual assistance.</a:t>
            </a:r>
            <a:endParaRPr lang="en-PH" sz="1300">
              <a:solidFill>
                <a:srgbClr val="233042"/>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2F7FE630-EB97-F90E-1661-6BBA249A195E}"/>
              </a:ext>
            </a:extLst>
          </p:cNvPr>
          <p:cNvSpPr/>
          <p:nvPr/>
        </p:nvSpPr>
        <p:spPr>
          <a:xfrm>
            <a:off x="1841500" y="4470400"/>
            <a:ext cx="3810000" cy="1155700"/>
          </a:xfrm>
          <a:prstGeom prst="roundRect">
            <a:avLst/>
          </a:prstGeom>
          <a:solidFill>
            <a:srgbClr val="E7F0FA"/>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3" name="Rectangle 22">
            <a:extLst>
              <a:ext uri="{FF2B5EF4-FFF2-40B4-BE49-F238E27FC236}">
                <a16:creationId xmlns:a16="http://schemas.microsoft.com/office/drawing/2014/main" id="{217D3BDB-AAD8-2703-C7D6-4E05E41CE058}"/>
              </a:ext>
            </a:extLst>
          </p:cNvPr>
          <p:cNvSpPr/>
          <p:nvPr/>
        </p:nvSpPr>
        <p:spPr>
          <a:xfrm>
            <a:off x="1841500" y="4622800"/>
            <a:ext cx="63500" cy="8509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TextBox 23">
            <a:extLst>
              <a:ext uri="{FF2B5EF4-FFF2-40B4-BE49-F238E27FC236}">
                <a16:creationId xmlns:a16="http://schemas.microsoft.com/office/drawing/2014/main" id="{1B720B46-83B4-D613-1932-E2CFF3CB3EEF}"/>
              </a:ext>
            </a:extLst>
          </p:cNvPr>
          <p:cNvSpPr txBox="1"/>
          <p:nvPr/>
        </p:nvSpPr>
        <p:spPr>
          <a:xfrm>
            <a:off x="2044700" y="4622800"/>
            <a:ext cx="3454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MESSAGES</a:t>
            </a:r>
          </a:p>
        </p:txBody>
      </p:sp>
      <p:sp>
        <p:nvSpPr>
          <p:cNvPr id="25" name="TextBox 24">
            <a:extLst>
              <a:ext uri="{FF2B5EF4-FFF2-40B4-BE49-F238E27FC236}">
                <a16:creationId xmlns:a16="http://schemas.microsoft.com/office/drawing/2014/main" id="{0A8E02C8-41CB-50C1-983A-87AA498C1BE1}"/>
              </a:ext>
            </a:extLst>
          </p:cNvPr>
          <p:cNvSpPr txBox="1"/>
          <p:nvPr/>
        </p:nvSpPr>
        <p:spPr>
          <a:xfrm>
            <a:off x="2044700" y="5041900"/>
            <a:ext cx="3429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Users can send and manage one-to-one conversations.</a:t>
            </a:r>
            <a:endParaRPr lang="en-PH" sz="1300">
              <a:solidFill>
                <a:srgbClr val="233042"/>
              </a:solidFill>
              <a:latin typeface="Aptos" panose="020B0004020202020204" pitchFamily="34" charset="0"/>
            </a:endParaRPr>
          </a:p>
        </p:txBody>
      </p:sp>
      <p:sp>
        <p:nvSpPr>
          <p:cNvPr id="26" name="Rectangle: Rounded Corners 25">
            <a:extLst>
              <a:ext uri="{FF2B5EF4-FFF2-40B4-BE49-F238E27FC236}">
                <a16:creationId xmlns:a16="http://schemas.microsoft.com/office/drawing/2014/main" id="{990C8D13-0C75-824B-6182-81C8A46C5B77}"/>
              </a:ext>
            </a:extLst>
          </p:cNvPr>
          <p:cNvSpPr/>
          <p:nvPr/>
        </p:nvSpPr>
        <p:spPr>
          <a:xfrm>
            <a:off x="6540500" y="4470400"/>
            <a:ext cx="3810000" cy="1155700"/>
          </a:xfrm>
          <a:prstGeom prst="roundRect">
            <a:avLst/>
          </a:prstGeom>
          <a:solidFill>
            <a:srgbClr val="E4F5F4"/>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7" name="Rectangle 26">
            <a:extLst>
              <a:ext uri="{FF2B5EF4-FFF2-40B4-BE49-F238E27FC236}">
                <a16:creationId xmlns:a16="http://schemas.microsoft.com/office/drawing/2014/main" id="{9CB872D0-D3FF-ED26-08C9-A60B24AF84BF}"/>
              </a:ext>
            </a:extLst>
          </p:cNvPr>
          <p:cNvSpPr/>
          <p:nvPr/>
        </p:nvSpPr>
        <p:spPr>
          <a:xfrm>
            <a:off x="6540500" y="4622800"/>
            <a:ext cx="63500" cy="8509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TextBox 27">
            <a:extLst>
              <a:ext uri="{FF2B5EF4-FFF2-40B4-BE49-F238E27FC236}">
                <a16:creationId xmlns:a16="http://schemas.microsoft.com/office/drawing/2014/main" id="{A0B6009A-FCAF-0B5F-DD84-D3B24C530B30}"/>
              </a:ext>
            </a:extLst>
          </p:cNvPr>
          <p:cNvSpPr txBox="1"/>
          <p:nvPr/>
        </p:nvSpPr>
        <p:spPr>
          <a:xfrm>
            <a:off x="6743700" y="4622800"/>
            <a:ext cx="3454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SESSIONS</a:t>
            </a:r>
          </a:p>
        </p:txBody>
      </p:sp>
      <p:sp>
        <p:nvSpPr>
          <p:cNvPr id="29" name="TextBox 28">
            <a:extLst>
              <a:ext uri="{FF2B5EF4-FFF2-40B4-BE49-F238E27FC236}">
                <a16:creationId xmlns:a16="http://schemas.microsoft.com/office/drawing/2014/main" id="{1E515BFB-2D49-EFAC-4FA6-9D2D28734DEE}"/>
              </a:ext>
            </a:extLst>
          </p:cNvPr>
          <p:cNvSpPr txBox="1"/>
          <p:nvPr/>
        </p:nvSpPr>
        <p:spPr>
          <a:xfrm>
            <a:off x="6743700" y="5041900"/>
            <a:ext cx="3429000" cy="276999"/>
          </a:xfrm>
          <a:prstGeom prst="rect">
            <a:avLst/>
          </a:prstGeom>
          <a:noFill/>
        </p:spPr>
        <p:txBody>
          <a:bodyPr vert="horz" wrap="square" lIns="0" tIns="0" rIns="0" bIns="0" rtlCol="0">
            <a:noAutofit/>
          </a:bodyPr>
          <a:lstStyle/>
          <a:p>
            <a:r>
              <a:rPr lang="en-US" sz="1300">
                <a:solidFill>
                  <a:srgbClr val="233042"/>
                </a:solidFill>
                <a:latin typeface="Aptos" panose="020B0004020202020204" pitchFamily="34" charset="0"/>
              </a:rPr>
              <a:t>Inactive sessions expire after 30 minutes; sign in again when prompted.</a:t>
            </a:r>
            <a:endParaRPr lang="en-PH" sz="1300">
              <a:solidFill>
                <a:srgbClr val="233042"/>
              </a:solidFill>
              <a:latin typeface="Aptos" panose="020B0004020202020204" pitchFamily="34" charset="0"/>
            </a:endParaRPr>
          </a:p>
        </p:txBody>
      </p:sp>
    </p:spTree>
    <p:extLst>
      <p:ext uri="{BB962C8B-B14F-4D97-AF65-F5344CB8AC3E}">
        <p14:creationId xmlns:p14="http://schemas.microsoft.com/office/powerpoint/2010/main" val="1685075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A90748-07A5-DF2E-4FA4-6FFF59D70381}"/>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716BDF61-5CD8-547E-8395-22EDC81C506F}"/>
              </a:ext>
            </a:extLst>
          </p:cNvPr>
          <p:cNvSpPr txBox="1"/>
          <p:nvPr/>
        </p:nvSpPr>
        <p:spPr>
          <a:xfrm>
            <a:off x="457200" y="190500"/>
            <a:ext cx="10287000" cy="276999"/>
          </a:xfrm>
          <a:prstGeom prst="rect">
            <a:avLst/>
          </a:prstGeom>
          <a:noFill/>
        </p:spPr>
        <p:txBody>
          <a:bodyPr vert="horz" wrap="square" lIns="0" tIns="0" rIns="0" bIns="0" rtlCol="0">
            <a:noAutofit/>
          </a:bodyPr>
          <a:lstStyle/>
          <a:p>
            <a:r>
              <a:rPr lang="en-US" sz="2500" b="1">
                <a:solidFill>
                  <a:srgbClr val="FFFFFF"/>
                </a:solidFill>
                <a:latin typeface="Aptos" panose="020B0004020202020204" pitchFamily="34" charset="0"/>
              </a:rPr>
              <a:t>7. Notifications and daily monitoring</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8135DF00-5A58-BEE4-9CAF-66655E21E451}"/>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Notifications connect users to work that needs attention</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ACF2185A-79F3-812A-1314-DB5FB6C0144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25A9D102-1FB1-5248-6EDF-67B241D77785}"/>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C762106A-759C-4362-42BA-48E96912B8A5}"/>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1CA6B358-A3D5-1477-8E4D-0D0144C9A7B7}"/>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10</a:t>
            </a:r>
          </a:p>
        </p:txBody>
      </p:sp>
      <p:sp>
        <p:nvSpPr>
          <p:cNvPr id="10" name="Rectangle: Rounded Corners 9">
            <a:extLst>
              <a:ext uri="{FF2B5EF4-FFF2-40B4-BE49-F238E27FC236}">
                <a16:creationId xmlns:a16="http://schemas.microsoft.com/office/drawing/2014/main" id="{468FA7B8-755E-A3A7-C484-0ABF528250D2}"/>
              </a:ext>
            </a:extLst>
          </p:cNvPr>
          <p:cNvSpPr/>
          <p:nvPr/>
        </p:nvSpPr>
        <p:spPr>
          <a:xfrm>
            <a:off x="533400" y="1714500"/>
            <a:ext cx="5334000" cy="32004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0AC12738-AA33-AE28-8C72-7DC701D8A3A8}"/>
              </a:ext>
            </a:extLst>
          </p:cNvPr>
          <p:cNvSpPr/>
          <p:nvPr/>
        </p:nvSpPr>
        <p:spPr>
          <a:xfrm>
            <a:off x="533400" y="1866900"/>
            <a:ext cx="63500" cy="28956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5797C591-594C-74EC-BC4D-02E3D467F69A}"/>
              </a:ext>
            </a:extLst>
          </p:cNvPr>
          <p:cNvSpPr txBox="1"/>
          <p:nvPr/>
        </p:nvSpPr>
        <p:spPr>
          <a:xfrm>
            <a:off x="736600" y="1866900"/>
            <a:ext cx="4978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NOTIFICATION BELL</a:t>
            </a:r>
          </a:p>
        </p:txBody>
      </p:sp>
      <p:sp>
        <p:nvSpPr>
          <p:cNvPr id="13" name="TextBox 12">
            <a:extLst>
              <a:ext uri="{FF2B5EF4-FFF2-40B4-BE49-F238E27FC236}">
                <a16:creationId xmlns:a16="http://schemas.microsoft.com/office/drawing/2014/main" id="{124A9831-7244-F26C-BBA0-B079FD810B14}"/>
              </a:ext>
            </a:extLst>
          </p:cNvPr>
          <p:cNvSpPr txBox="1"/>
          <p:nvPr/>
        </p:nvSpPr>
        <p:spPr>
          <a:xfrm>
            <a:off x="736600" y="2286000"/>
            <a:ext cx="4953000" cy="276999"/>
          </a:xfrm>
          <a:prstGeom prst="rect">
            <a:avLst/>
          </a:prstGeom>
          <a:noFill/>
        </p:spPr>
        <p:txBody>
          <a:bodyPr vert="horz" wrap="square" lIns="0" tIns="0" rIns="0" bIns="0" rtlCol="0">
            <a:noAutofit/>
          </a:bodyPr>
          <a:lstStyle/>
          <a:p>
            <a:r>
              <a:rPr lang="en-US" sz="1500">
                <a:solidFill>
                  <a:srgbClr val="233042"/>
                </a:solidFill>
                <a:latin typeface="Aptos" panose="020B0004020202020204" pitchFamily="34" charset="0"/>
              </a:rPr>
              <a:t>May show:
- Routes addressed to the user
- Receipts related to a route they sent
- Pending assignment acceptance
- Confidential-access requests requiring attention
- Pending account approvals for ADMIN
Selecting a notice opens the related module. Reading does not delete it.</a:t>
            </a:r>
            <a:endParaRPr lang="en-PH" sz="1500">
              <a:solidFill>
                <a:srgbClr val="233042"/>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783EDA2C-5F2A-654A-79E0-E6C4BC072FD4}"/>
              </a:ext>
            </a:extLst>
          </p:cNvPr>
          <p:cNvSpPr/>
          <p:nvPr/>
        </p:nvSpPr>
        <p:spPr>
          <a:xfrm>
            <a:off x="6324600" y="1714500"/>
            <a:ext cx="5334000" cy="32004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14">
            <a:extLst>
              <a:ext uri="{FF2B5EF4-FFF2-40B4-BE49-F238E27FC236}">
                <a16:creationId xmlns:a16="http://schemas.microsoft.com/office/drawing/2014/main" id="{5746D0C2-676F-59AD-A80B-F1D9554F4517}"/>
              </a:ext>
            </a:extLst>
          </p:cNvPr>
          <p:cNvSpPr/>
          <p:nvPr/>
        </p:nvSpPr>
        <p:spPr>
          <a:xfrm>
            <a:off x="6324600" y="1866900"/>
            <a:ext cx="63500" cy="28956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FF31592D-593B-23D1-3369-3DC4DA0C2ADF}"/>
              </a:ext>
            </a:extLst>
          </p:cNvPr>
          <p:cNvSpPr txBox="1"/>
          <p:nvPr/>
        </p:nvSpPr>
        <p:spPr>
          <a:xfrm>
            <a:off x="6527800" y="1866900"/>
            <a:ext cx="49784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DAILY CHECKS BY ROLE</a:t>
            </a:r>
          </a:p>
        </p:txBody>
      </p:sp>
      <p:sp>
        <p:nvSpPr>
          <p:cNvPr id="17" name="TextBox 16">
            <a:extLst>
              <a:ext uri="{FF2B5EF4-FFF2-40B4-BE49-F238E27FC236}">
                <a16:creationId xmlns:a16="http://schemas.microsoft.com/office/drawing/2014/main" id="{5005BE03-1F1B-9F77-A929-4A6F865A8CAB}"/>
              </a:ext>
            </a:extLst>
          </p:cNvPr>
          <p:cNvSpPr txBox="1"/>
          <p:nvPr/>
        </p:nvSpPr>
        <p:spPr>
          <a:xfrm>
            <a:off x="6527800" y="2286000"/>
            <a:ext cx="4953000" cy="276999"/>
          </a:xfrm>
          <a:prstGeom prst="rect">
            <a:avLst/>
          </a:prstGeom>
          <a:noFill/>
        </p:spPr>
        <p:txBody>
          <a:bodyPr vert="horz" wrap="square" lIns="0" tIns="0" rIns="0" bIns="0" rtlCol="0">
            <a:noAutofit/>
          </a:bodyPr>
          <a:lstStyle/>
          <a:p>
            <a:r>
              <a:rPr lang="en-US" sz="1400">
                <a:solidFill>
                  <a:srgbClr val="233042"/>
                </a:solidFill>
                <a:latin typeface="Aptos" panose="020B0004020202020204" pitchFamily="34" charset="0"/>
              </a:rPr>
              <a:t>RECORDS OFFICER: new records, route receipts, overdue work, archive readiness.
LEGAL STAFF / CITY ATTORNEY: assigned documents, notifications, due dates, and next action.
ADMIN: pending accounts, role assignments, audit trail, settings, and backups.</a:t>
            </a:r>
            <a:endParaRPr lang="en-PH" sz="1400">
              <a:solidFill>
                <a:srgbClr val="233042"/>
              </a:solidFill>
              <a:latin typeface="Aptos" panose="020B0004020202020204" pitchFamily="34" charset="0"/>
            </a:endParaRPr>
          </a:p>
        </p:txBody>
      </p:sp>
      <p:sp>
        <p:nvSpPr>
          <p:cNvPr id="18" name="TextBox 17">
            <a:extLst>
              <a:ext uri="{FF2B5EF4-FFF2-40B4-BE49-F238E27FC236}">
                <a16:creationId xmlns:a16="http://schemas.microsoft.com/office/drawing/2014/main" id="{CD044029-4A3B-F344-E3D4-F919932773D9}"/>
              </a:ext>
            </a:extLst>
          </p:cNvPr>
          <p:cNvSpPr txBox="1"/>
          <p:nvPr/>
        </p:nvSpPr>
        <p:spPr>
          <a:xfrm>
            <a:off x="685800" y="5448300"/>
            <a:ext cx="10769600" cy="276999"/>
          </a:xfrm>
          <a:prstGeom prst="rect">
            <a:avLst/>
          </a:prstGeom>
          <a:noFill/>
        </p:spPr>
        <p:txBody>
          <a:bodyPr vert="horz" wrap="square" lIns="0" tIns="0" rIns="0" bIns="0" rtlCol="0">
            <a:noAutofit/>
          </a:bodyPr>
          <a:lstStyle/>
          <a:p>
            <a:pPr algn="ctr"/>
            <a:r>
              <a:rPr lang="en-US" sz="1300" b="1">
                <a:solidFill>
                  <a:srgbClr val="5B697B"/>
                </a:solidFill>
                <a:latin typeface="Aptos" panose="020B0004020202020204" pitchFamily="34" charset="0"/>
              </a:rPr>
              <a:t>Notification visibility follows role and relationship to the document or route.</a:t>
            </a:r>
            <a:endParaRPr lang="en-PH" sz="1300" b="1">
              <a:solidFill>
                <a:srgbClr val="5B697B"/>
              </a:solidFill>
              <a:latin typeface="Aptos" panose="020B0004020202020204" pitchFamily="34" charset="0"/>
            </a:endParaRPr>
          </a:p>
        </p:txBody>
      </p:sp>
    </p:spTree>
    <p:extLst>
      <p:ext uri="{BB962C8B-B14F-4D97-AF65-F5344CB8AC3E}">
        <p14:creationId xmlns:p14="http://schemas.microsoft.com/office/powerpoint/2010/main" val="2753993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C54BF5-6B86-B933-7000-AA13028B9E92}"/>
              </a:ext>
            </a:extLst>
          </p:cNvPr>
          <p:cNvSpPr/>
          <p:nvPr/>
        </p:nvSpPr>
        <p:spPr>
          <a:xfrm>
            <a:off x="0" y="0"/>
            <a:ext cx="12192000" cy="1092200"/>
          </a:xfrm>
          <a:prstGeom prst="rect">
            <a:avLst/>
          </a:prstGeom>
          <a:solidFill>
            <a:srgbClr val="1027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33900872-6D80-9D60-0010-C1849F78114A}"/>
              </a:ext>
            </a:extLst>
          </p:cNvPr>
          <p:cNvSpPr txBox="1"/>
          <p:nvPr/>
        </p:nvSpPr>
        <p:spPr>
          <a:xfrm>
            <a:off x="457200" y="190500"/>
            <a:ext cx="10287000" cy="276999"/>
          </a:xfrm>
          <a:prstGeom prst="rect">
            <a:avLst/>
          </a:prstGeom>
          <a:noFill/>
        </p:spPr>
        <p:txBody>
          <a:bodyPr vert="horz" wrap="square" lIns="0" tIns="0" rIns="0" bIns="0" rtlCol="0">
            <a:noAutofit/>
          </a:bodyPr>
          <a:lstStyle/>
          <a:p>
            <a:r>
              <a:rPr lang="en-US" sz="2500" b="1">
                <a:solidFill>
                  <a:srgbClr val="FFFFFF"/>
                </a:solidFill>
                <a:latin typeface="Aptos" panose="020B0004020202020204" pitchFamily="34" charset="0"/>
              </a:rPr>
              <a:t>Important system behavior and boundaries</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D13219F1-AD11-F2A5-80C3-44254F2EC80A}"/>
              </a:ext>
            </a:extLst>
          </p:cNvPr>
          <p:cNvSpPr txBox="1"/>
          <p:nvPr/>
        </p:nvSpPr>
        <p:spPr>
          <a:xfrm>
            <a:off x="482600" y="673100"/>
            <a:ext cx="10287000" cy="276999"/>
          </a:xfrm>
          <a:prstGeom prst="rect">
            <a:avLst/>
          </a:prstGeom>
          <a:noFill/>
        </p:spPr>
        <p:txBody>
          <a:bodyPr vert="horz" wrap="square" lIns="0" tIns="0" rIns="0" bIns="0" rtlCol="0">
            <a:noAutofit/>
          </a:bodyPr>
          <a:lstStyle/>
          <a:p>
            <a:r>
              <a:rPr lang="en-US" sz="1100">
                <a:solidFill>
                  <a:srgbClr val="E7F0FA"/>
                </a:solidFill>
                <a:latin typeface="Aptos" panose="020B0004020202020204" pitchFamily="34" charset="0"/>
              </a:rPr>
              <a:t>Follow actual system status and office policy; do not assume unsupported automation</a:t>
            </a:r>
            <a:endParaRPr lang="en-PH" sz="1100">
              <a:solidFill>
                <a:srgbClr val="E7F0FA"/>
              </a:solidFill>
              <a:latin typeface="Aptos" panose="020B0004020202020204" pitchFamily="34" charset="0"/>
            </a:endParaRPr>
          </a:p>
        </p:txBody>
      </p:sp>
      <p:pic>
        <p:nvPicPr>
          <p:cNvPr id="6" name="Picture 5">
            <a:extLst>
              <a:ext uri="{FF2B5EF4-FFF2-40B4-BE49-F238E27FC236}">
                <a16:creationId xmlns:a16="http://schemas.microsoft.com/office/drawing/2014/main" id="{394C1BDB-9E27-7B6C-10D7-443072F563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6">
            <a:extLst>
              <a:ext uri="{FF2B5EF4-FFF2-40B4-BE49-F238E27FC236}">
                <a16:creationId xmlns:a16="http://schemas.microsoft.com/office/drawing/2014/main" id="{180D5D00-2FF9-2BD0-7DA7-88087E8A8766}"/>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CC8F305E-C6B2-A4AC-BF48-0EF1D367A006}"/>
              </a:ext>
            </a:extLst>
          </p:cNvPr>
          <p:cNvSpPr txBox="1"/>
          <p:nvPr/>
        </p:nvSpPr>
        <p:spPr>
          <a:xfrm>
            <a:off x="457200" y="6578600"/>
            <a:ext cx="9652000" cy="276999"/>
          </a:xfrm>
          <a:prstGeom prst="rect">
            <a:avLst/>
          </a:prstGeom>
          <a:noFill/>
        </p:spPr>
        <p:txBody>
          <a:bodyPr vert="horz" wrap="square" lIns="0" tIns="0" rIns="0" bIns="0" rtlCol="0">
            <a:noAutofit/>
          </a:bodyPr>
          <a:lstStyle/>
          <a:p>
            <a:r>
              <a:rPr lang="en-US" sz="800">
                <a:solidFill>
                  <a:srgbClr val="5B697B"/>
                </a:solidFill>
                <a:latin typeface="Aptos" panose="020B0004020202020204" pitchFamily="34" charset="0"/>
              </a:rPr>
              <a:t>CLO DOCUMENT TRACKING SYSTEM  |  COMPLETE WORKFLOW</a:t>
            </a:r>
            <a:endParaRPr lang="en-PH" sz="800">
              <a:solidFill>
                <a:srgbClr val="5B697B"/>
              </a:solidFill>
              <a:latin typeface="Aptos" panose="020B0004020202020204" pitchFamily="34" charset="0"/>
            </a:endParaRPr>
          </a:p>
        </p:txBody>
      </p:sp>
      <p:sp>
        <p:nvSpPr>
          <p:cNvPr id="9" name="TextBox 8">
            <a:extLst>
              <a:ext uri="{FF2B5EF4-FFF2-40B4-BE49-F238E27FC236}">
                <a16:creationId xmlns:a16="http://schemas.microsoft.com/office/drawing/2014/main" id="{B5B8B14F-E559-4299-B2FE-DA97D0B359A5}"/>
              </a:ext>
            </a:extLst>
          </p:cNvPr>
          <p:cNvSpPr txBox="1"/>
          <p:nvPr/>
        </p:nvSpPr>
        <p:spPr>
          <a:xfrm>
            <a:off x="11112500" y="6553200"/>
            <a:ext cx="609600" cy="276999"/>
          </a:xfrm>
          <a:prstGeom prst="rect">
            <a:avLst/>
          </a:prstGeom>
          <a:noFill/>
        </p:spPr>
        <p:txBody>
          <a:bodyPr vert="horz" wrap="square" lIns="0" tIns="0" rIns="0" bIns="0" rtlCol="0">
            <a:noAutofit/>
          </a:bodyPr>
          <a:lstStyle/>
          <a:p>
            <a:pPr algn="r"/>
            <a:r>
              <a:rPr lang="en-PH" sz="900" b="1">
                <a:solidFill>
                  <a:srgbClr val="5B697B"/>
                </a:solidFill>
                <a:latin typeface="Aptos" panose="020B0004020202020204" pitchFamily="34" charset="0"/>
              </a:rPr>
              <a:t>11</a:t>
            </a:r>
          </a:p>
        </p:txBody>
      </p:sp>
      <p:sp>
        <p:nvSpPr>
          <p:cNvPr id="10" name="Rectangle: Rounded Corners 9">
            <a:extLst>
              <a:ext uri="{FF2B5EF4-FFF2-40B4-BE49-F238E27FC236}">
                <a16:creationId xmlns:a16="http://schemas.microsoft.com/office/drawing/2014/main" id="{78587706-DC60-9EB8-8FDD-9E9AB6F64534}"/>
              </a:ext>
            </a:extLst>
          </p:cNvPr>
          <p:cNvSpPr/>
          <p:nvPr/>
        </p:nvSpPr>
        <p:spPr>
          <a:xfrm>
            <a:off x="533400" y="1574800"/>
            <a:ext cx="5270500" cy="1219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89211001-300B-9431-7218-E5E6EDAD7718}"/>
              </a:ext>
            </a:extLst>
          </p:cNvPr>
          <p:cNvSpPr/>
          <p:nvPr/>
        </p:nvSpPr>
        <p:spPr>
          <a:xfrm>
            <a:off x="533400" y="1727200"/>
            <a:ext cx="63500" cy="9144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355A5C3C-6B04-1E96-A37F-7175FECE7EDB}"/>
              </a:ext>
            </a:extLst>
          </p:cNvPr>
          <p:cNvSpPr txBox="1"/>
          <p:nvPr/>
        </p:nvSpPr>
        <p:spPr>
          <a:xfrm>
            <a:off x="736600" y="1727200"/>
            <a:ext cx="4914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ACCESS IS CONTEXTUAL</a:t>
            </a:r>
          </a:p>
        </p:txBody>
      </p:sp>
      <p:sp>
        <p:nvSpPr>
          <p:cNvPr id="13" name="TextBox 12">
            <a:extLst>
              <a:ext uri="{FF2B5EF4-FFF2-40B4-BE49-F238E27FC236}">
                <a16:creationId xmlns:a16="http://schemas.microsoft.com/office/drawing/2014/main" id="{19AF8757-854B-990A-9D28-6385D1B7F3B0}"/>
              </a:ext>
            </a:extLst>
          </p:cNvPr>
          <p:cNvSpPr txBox="1"/>
          <p:nvPr/>
        </p:nvSpPr>
        <p:spPr>
          <a:xfrm>
            <a:off x="736600" y="2146300"/>
            <a:ext cx="4889500" cy="276999"/>
          </a:xfrm>
          <a:prstGeom prst="rect">
            <a:avLst/>
          </a:prstGeom>
          <a:noFill/>
        </p:spPr>
        <p:txBody>
          <a:bodyPr vert="horz" wrap="square" lIns="0" tIns="0" rIns="0" bIns="0" rtlCol="0">
            <a:noAutofit/>
          </a:bodyPr>
          <a:lstStyle/>
          <a:p>
            <a:r>
              <a:rPr lang="en-US" sz="1200">
                <a:solidFill>
                  <a:srgbClr val="233042"/>
                </a:solidFill>
                <a:latin typeface="Aptos" panose="020B0004020202020204" pitchFamily="34" charset="0"/>
              </a:rPr>
              <a:t>A role alone may not grant a restricted file. Assignment and approved grants also matter.</a:t>
            </a:r>
            <a:endParaRPr lang="en-PH" sz="1200">
              <a:solidFill>
                <a:srgbClr val="233042"/>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9CE05FB1-9DE4-CFDB-AFCA-07F216898864}"/>
              </a:ext>
            </a:extLst>
          </p:cNvPr>
          <p:cNvSpPr/>
          <p:nvPr/>
        </p:nvSpPr>
        <p:spPr>
          <a:xfrm>
            <a:off x="6159500" y="1574800"/>
            <a:ext cx="5270500" cy="1219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Rectangle 14">
            <a:extLst>
              <a:ext uri="{FF2B5EF4-FFF2-40B4-BE49-F238E27FC236}">
                <a16:creationId xmlns:a16="http://schemas.microsoft.com/office/drawing/2014/main" id="{42997E18-96E8-F161-F6F2-68FBD73BF8E6}"/>
              </a:ext>
            </a:extLst>
          </p:cNvPr>
          <p:cNvSpPr/>
          <p:nvPr/>
        </p:nvSpPr>
        <p:spPr>
          <a:xfrm>
            <a:off x="6159500" y="1727200"/>
            <a:ext cx="63500" cy="9144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6" name="TextBox 15">
            <a:extLst>
              <a:ext uri="{FF2B5EF4-FFF2-40B4-BE49-F238E27FC236}">
                <a16:creationId xmlns:a16="http://schemas.microsoft.com/office/drawing/2014/main" id="{7E2B06F9-9D66-236E-F4AD-9F8F1EF00F1D}"/>
              </a:ext>
            </a:extLst>
          </p:cNvPr>
          <p:cNvSpPr txBox="1"/>
          <p:nvPr/>
        </p:nvSpPr>
        <p:spPr>
          <a:xfrm>
            <a:off x="6362700" y="1727200"/>
            <a:ext cx="4914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EXTERNAL HANDOFF</a:t>
            </a:r>
          </a:p>
        </p:txBody>
      </p:sp>
      <p:sp>
        <p:nvSpPr>
          <p:cNvPr id="17" name="TextBox 16">
            <a:extLst>
              <a:ext uri="{FF2B5EF4-FFF2-40B4-BE49-F238E27FC236}">
                <a16:creationId xmlns:a16="http://schemas.microsoft.com/office/drawing/2014/main" id="{26BC8369-1D6E-10EF-77D1-8EC210DE4565}"/>
              </a:ext>
            </a:extLst>
          </p:cNvPr>
          <p:cNvSpPr txBox="1"/>
          <p:nvPr/>
        </p:nvSpPr>
        <p:spPr>
          <a:xfrm>
            <a:off x="6362700" y="2146300"/>
            <a:ext cx="4889500" cy="276999"/>
          </a:xfrm>
          <a:prstGeom prst="rect">
            <a:avLst/>
          </a:prstGeom>
          <a:noFill/>
        </p:spPr>
        <p:txBody>
          <a:bodyPr vert="horz" wrap="square" lIns="0" tIns="0" rIns="0" bIns="0" rtlCol="0">
            <a:noAutofit/>
          </a:bodyPr>
          <a:lstStyle/>
          <a:p>
            <a:r>
              <a:rPr lang="en-US" sz="1200">
                <a:solidFill>
                  <a:srgbClr val="233042"/>
                </a:solidFill>
                <a:latin typeface="Aptos" panose="020B0004020202020204" pitchFamily="34" charset="0"/>
              </a:rPr>
              <a:t>Recipients without DTS accounts have no in-app receipt action. Use the office delivery proof process.</a:t>
            </a:r>
            <a:endParaRPr lang="en-PH" sz="1200">
              <a:solidFill>
                <a:srgbClr val="233042"/>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C94F34E9-0A12-092C-8DC4-A3D146505BC9}"/>
              </a:ext>
            </a:extLst>
          </p:cNvPr>
          <p:cNvSpPr/>
          <p:nvPr/>
        </p:nvSpPr>
        <p:spPr>
          <a:xfrm>
            <a:off x="533400" y="3048000"/>
            <a:ext cx="5270500" cy="1219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a:extLst>
              <a:ext uri="{FF2B5EF4-FFF2-40B4-BE49-F238E27FC236}">
                <a16:creationId xmlns:a16="http://schemas.microsoft.com/office/drawing/2014/main" id="{B61BEA87-281A-D78E-4C80-22AA1BEBA4E1}"/>
              </a:ext>
            </a:extLst>
          </p:cNvPr>
          <p:cNvSpPr/>
          <p:nvPr/>
        </p:nvSpPr>
        <p:spPr>
          <a:xfrm>
            <a:off x="533400" y="3200400"/>
            <a:ext cx="63500" cy="9144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TextBox 19">
            <a:extLst>
              <a:ext uri="{FF2B5EF4-FFF2-40B4-BE49-F238E27FC236}">
                <a16:creationId xmlns:a16="http://schemas.microsoft.com/office/drawing/2014/main" id="{8A5B8261-0EC5-B15C-83AB-C5D2F83B0F25}"/>
              </a:ext>
            </a:extLst>
          </p:cNvPr>
          <p:cNvSpPr txBox="1"/>
          <p:nvPr/>
        </p:nvSpPr>
        <p:spPr>
          <a:xfrm>
            <a:off x="736600" y="3200400"/>
            <a:ext cx="4914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ROUTE STATUS</a:t>
            </a:r>
          </a:p>
        </p:txBody>
      </p:sp>
      <p:sp>
        <p:nvSpPr>
          <p:cNvPr id="21" name="TextBox 20">
            <a:extLst>
              <a:ext uri="{FF2B5EF4-FFF2-40B4-BE49-F238E27FC236}">
                <a16:creationId xmlns:a16="http://schemas.microsoft.com/office/drawing/2014/main" id="{5B70FD58-A7B3-FB9F-ACBB-C751C8C82BDA}"/>
              </a:ext>
            </a:extLst>
          </p:cNvPr>
          <p:cNvSpPr txBox="1"/>
          <p:nvPr/>
        </p:nvSpPr>
        <p:spPr>
          <a:xfrm>
            <a:off x="736600" y="3619500"/>
            <a:ext cx="4889500" cy="276999"/>
          </a:xfrm>
          <a:prstGeom prst="rect">
            <a:avLst/>
          </a:prstGeom>
          <a:noFill/>
        </p:spPr>
        <p:txBody>
          <a:bodyPr vert="horz" wrap="square" lIns="0" tIns="0" rIns="0" bIns="0" rtlCol="0">
            <a:noAutofit/>
          </a:bodyPr>
          <a:lstStyle/>
          <a:p>
            <a:r>
              <a:rPr lang="en-US" sz="1200">
                <a:solidFill>
                  <a:srgbClr val="233042"/>
                </a:solidFill>
                <a:latin typeface="Aptos" panose="020B0004020202020204" pitchFamily="34" charset="0"/>
              </a:rPr>
              <a:t>Routes start as pending and record receipt. Do not assume routes automatically become Completed or Returned.</a:t>
            </a:r>
            <a:endParaRPr lang="en-PH" sz="1200">
              <a:solidFill>
                <a:srgbClr val="233042"/>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9184D2CA-1934-77E7-D928-43D2F90705EE}"/>
              </a:ext>
            </a:extLst>
          </p:cNvPr>
          <p:cNvSpPr/>
          <p:nvPr/>
        </p:nvSpPr>
        <p:spPr>
          <a:xfrm>
            <a:off x="6159500" y="3048000"/>
            <a:ext cx="5270500" cy="1219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3" name="Rectangle 22">
            <a:extLst>
              <a:ext uri="{FF2B5EF4-FFF2-40B4-BE49-F238E27FC236}">
                <a16:creationId xmlns:a16="http://schemas.microsoft.com/office/drawing/2014/main" id="{83256C86-7B22-2EB8-7160-D23E94655014}"/>
              </a:ext>
            </a:extLst>
          </p:cNvPr>
          <p:cNvSpPr/>
          <p:nvPr/>
        </p:nvSpPr>
        <p:spPr>
          <a:xfrm>
            <a:off x="6159500" y="3200400"/>
            <a:ext cx="63500" cy="914400"/>
          </a:xfrm>
          <a:prstGeom prst="rect">
            <a:avLst/>
          </a:prstGeom>
          <a:solidFill>
            <a:srgbClr val="1F4E7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TextBox 23">
            <a:extLst>
              <a:ext uri="{FF2B5EF4-FFF2-40B4-BE49-F238E27FC236}">
                <a16:creationId xmlns:a16="http://schemas.microsoft.com/office/drawing/2014/main" id="{1ABF8ADD-51A5-C6AA-72BF-52220127ED30}"/>
              </a:ext>
            </a:extLst>
          </p:cNvPr>
          <p:cNvSpPr txBox="1"/>
          <p:nvPr/>
        </p:nvSpPr>
        <p:spPr>
          <a:xfrm>
            <a:off x="6362700" y="3200400"/>
            <a:ext cx="4914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CONFIDENTIALITY</a:t>
            </a:r>
          </a:p>
        </p:txBody>
      </p:sp>
      <p:sp>
        <p:nvSpPr>
          <p:cNvPr id="25" name="TextBox 24">
            <a:extLst>
              <a:ext uri="{FF2B5EF4-FFF2-40B4-BE49-F238E27FC236}">
                <a16:creationId xmlns:a16="http://schemas.microsoft.com/office/drawing/2014/main" id="{50377C32-0702-BF68-4866-213F85EB878D}"/>
              </a:ext>
            </a:extLst>
          </p:cNvPr>
          <p:cNvSpPr txBox="1"/>
          <p:nvPr/>
        </p:nvSpPr>
        <p:spPr>
          <a:xfrm>
            <a:off x="6362700" y="3619500"/>
            <a:ext cx="4889500" cy="276999"/>
          </a:xfrm>
          <a:prstGeom prst="rect">
            <a:avLst/>
          </a:prstGeom>
          <a:noFill/>
        </p:spPr>
        <p:txBody>
          <a:bodyPr vert="horz" wrap="square" lIns="0" tIns="0" rIns="0" bIns="0" rtlCol="0">
            <a:noAutofit/>
          </a:bodyPr>
          <a:lstStyle/>
          <a:p>
            <a:r>
              <a:rPr lang="en-US" sz="1200">
                <a:solidFill>
                  <a:srgbClr val="233042"/>
                </a:solidFill>
                <a:latin typeface="Aptos" panose="020B0004020202020204" pitchFamily="34" charset="0"/>
              </a:rPr>
              <a:t>The current system uses each document stored classification; it does not automatically classify every document as confidential.</a:t>
            </a:r>
            <a:endParaRPr lang="en-PH" sz="1200">
              <a:solidFill>
                <a:srgbClr val="233042"/>
              </a:solidFill>
              <a:latin typeface="Aptos" panose="020B0004020202020204" pitchFamily="34" charset="0"/>
            </a:endParaRPr>
          </a:p>
        </p:txBody>
      </p:sp>
      <p:sp>
        <p:nvSpPr>
          <p:cNvPr id="26" name="Rectangle: Rounded Corners 25">
            <a:extLst>
              <a:ext uri="{FF2B5EF4-FFF2-40B4-BE49-F238E27FC236}">
                <a16:creationId xmlns:a16="http://schemas.microsoft.com/office/drawing/2014/main" id="{5096D520-ADFB-25D8-01F3-0851EE4A4B54}"/>
              </a:ext>
            </a:extLst>
          </p:cNvPr>
          <p:cNvSpPr/>
          <p:nvPr/>
        </p:nvSpPr>
        <p:spPr>
          <a:xfrm>
            <a:off x="533400" y="4521200"/>
            <a:ext cx="5270500" cy="1219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7" name="Rectangle 26">
            <a:extLst>
              <a:ext uri="{FF2B5EF4-FFF2-40B4-BE49-F238E27FC236}">
                <a16:creationId xmlns:a16="http://schemas.microsoft.com/office/drawing/2014/main" id="{6F6983EB-AD3E-9258-D82A-7ABA5E58BF7E}"/>
              </a:ext>
            </a:extLst>
          </p:cNvPr>
          <p:cNvSpPr/>
          <p:nvPr/>
        </p:nvSpPr>
        <p:spPr>
          <a:xfrm>
            <a:off x="533400" y="4673600"/>
            <a:ext cx="63500" cy="914400"/>
          </a:xfrm>
          <a:prstGeom prst="rect">
            <a:avLst/>
          </a:prstGeom>
          <a:solidFill>
            <a:srgbClr val="E0AE4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8" name="TextBox 27">
            <a:extLst>
              <a:ext uri="{FF2B5EF4-FFF2-40B4-BE49-F238E27FC236}">
                <a16:creationId xmlns:a16="http://schemas.microsoft.com/office/drawing/2014/main" id="{8B585AE7-0A0A-1A4D-9D17-D865112AA815}"/>
              </a:ext>
            </a:extLst>
          </p:cNvPr>
          <p:cNvSpPr txBox="1"/>
          <p:nvPr/>
        </p:nvSpPr>
        <p:spPr>
          <a:xfrm>
            <a:off x="736600" y="4673600"/>
            <a:ext cx="4914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ROLE CONFIGURATION</a:t>
            </a:r>
          </a:p>
        </p:txBody>
      </p:sp>
      <p:sp>
        <p:nvSpPr>
          <p:cNvPr id="29" name="TextBox 28">
            <a:extLst>
              <a:ext uri="{FF2B5EF4-FFF2-40B4-BE49-F238E27FC236}">
                <a16:creationId xmlns:a16="http://schemas.microsoft.com/office/drawing/2014/main" id="{EAB37535-718D-D7AD-5413-CD528143BFBB}"/>
              </a:ext>
            </a:extLst>
          </p:cNvPr>
          <p:cNvSpPr txBox="1"/>
          <p:nvPr/>
        </p:nvSpPr>
        <p:spPr>
          <a:xfrm>
            <a:off x="736600" y="5092700"/>
            <a:ext cx="4889500" cy="276999"/>
          </a:xfrm>
          <a:prstGeom prst="rect">
            <a:avLst/>
          </a:prstGeom>
          <a:noFill/>
        </p:spPr>
        <p:txBody>
          <a:bodyPr vert="horz" wrap="square" lIns="0" tIns="0" rIns="0" bIns="0" rtlCol="0">
            <a:noAutofit/>
          </a:bodyPr>
          <a:lstStyle/>
          <a:p>
            <a:r>
              <a:rPr lang="en-US" sz="1200">
                <a:solidFill>
                  <a:srgbClr val="233042"/>
                </a:solidFill>
                <a:latin typeface="Aptos" panose="020B0004020202020204" pitchFamily="34" charset="0"/>
              </a:rPr>
              <a:t>ADMIN can configure page access. Menu visibility and document-level file access are separate checks.</a:t>
            </a:r>
            <a:endParaRPr lang="en-PH" sz="1200">
              <a:solidFill>
                <a:srgbClr val="233042"/>
              </a:solidFill>
              <a:latin typeface="Aptos" panose="020B0004020202020204" pitchFamily="34" charset="0"/>
            </a:endParaRPr>
          </a:p>
        </p:txBody>
      </p:sp>
      <p:sp>
        <p:nvSpPr>
          <p:cNvPr id="30" name="Rectangle: Rounded Corners 29">
            <a:extLst>
              <a:ext uri="{FF2B5EF4-FFF2-40B4-BE49-F238E27FC236}">
                <a16:creationId xmlns:a16="http://schemas.microsoft.com/office/drawing/2014/main" id="{5B5467BC-2D30-3A03-6AA0-532044FE3329}"/>
              </a:ext>
            </a:extLst>
          </p:cNvPr>
          <p:cNvSpPr/>
          <p:nvPr/>
        </p:nvSpPr>
        <p:spPr>
          <a:xfrm>
            <a:off x="6159500" y="4521200"/>
            <a:ext cx="5270500" cy="12192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1" name="Rectangle 30">
            <a:extLst>
              <a:ext uri="{FF2B5EF4-FFF2-40B4-BE49-F238E27FC236}">
                <a16:creationId xmlns:a16="http://schemas.microsoft.com/office/drawing/2014/main" id="{7239B605-5DA8-BE29-ED81-E04C117D9603}"/>
              </a:ext>
            </a:extLst>
          </p:cNvPr>
          <p:cNvSpPr/>
          <p:nvPr/>
        </p:nvSpPr>
        <p:spPr>
          <a:xfrm>
            <a:off x="6159500" y="4673600"/>
            <a:ext cx="63500" cy="914400"/>
          </a:xfrm>
          <a:prstGeom prst="rect">
            <a:avLst/>
          </a:prstGeom>
          <a:solidFill>
            <a:srgbClr val="0080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2" name="TextBox 31">
            <a:extLst>
              <a:ext uri="{FF2B5EF4-FFF2-40B4-BE49-F238E27FC236}">
                <a16:creationId xmlns:a16="http://schemas.microsoft.com/office/drawing/2014/main" id="{25AD6B36-F7D9-E8F0-155D-2B53B2A212B7}"/>
              </a:ext>
            </a:extLst>
          </p:cNvPr>
          <p:cNvSpPr txBox="1"/>
          <p:nvPr/>
        </p:nvSpPr>
        <p:spPr>
          <a:xfrm>
            <a:off x="6362700" y="4673600"/>
            <a:ext cx="4914900" cy="276999"/>
          </a:xfrm>
          <a:prstGeom prst="rect">
            <a:avLst/>
          </a:prstGeom>
          <a:noFill/>
        </p:spPr>
        <p:txBody>
          <a:bodyPr vert="horz" wrap="square" lIns="0" tIns="0" rIns="0" bIns="0" rtlCol="0">
            <a:noAutofit/>
          </a:bodyPr>
          <a:lstStyle/>
          <a:p>
            <a:r>
              <a:rPr lang="en-PH" sz="1700" b="1">
                <a:solidFill>
                  <a:srgbClr val="102748"/>
                </a:solidFill>
                <a:latin typeface="Aptos" panose="020B0004020202020204" pitchFamily="34" charset="0"/>
              </a:rPr>
              <a:t>RESTORE STATUS</a:t>
            </a:r>
          </a:p>
        </p:txBody>
      </p:sp>
      <p:sp>
        <p:nvSpPr>
          <p:cNvPr id="33" name="TextBox 32">
            <a:extLst>
              <a:ext uri="{FF2B5EF4-FFF2-40B4-BE49-F238E27FC236}">
                <a16:creationId xmlns:a16="http://schemas.microsoft.com/office/drawing/2014/main" id="{4BE0559D-4372-6AF8-89DB-14CA39B7E3A5}"/>
              </a:ext>
            </a:extLst>
          </p:cNvPr>
          <p:cNvSpPr txBox="1"/>
          <p:nvPr/>
        </p:nvSpPr>
        <p:spPr>
          <a:xfrm>
            <a:off x="6362700" y="5092700"/>
            <a:ext cx="4889500" cy="276999"/>
          </a:xfrm>
          <a:prstGeom prst="rect">
            <a:avLst/>
          </a:prstGeom>
          <a:noFill/>
        </p:spPr>
        <p:txBody>
          <a:bodyPr vert="horz" wrap="square" lIns="0" tIns="0" rIns="0" bIns="0" rtlCol="0">
            <a:noAutofit/>
          </a:bodyPr>
          <a:lstStyle/>
          <a:p>
            <a:r>
              <a:rPr lang="en-US" sz="1200">
                <a:solidFill>
                  <a:srgbClr val="233042"/>
                </a:solidFill>
                <a:latin typeface="Aptos" panose="020B0004020202020204" pitchFamily="34" charset="0"/>
              </a:rPr>
              <a:t>Restoring an archived document returns it to Received for further processing.</a:t>
            </a:r>
            <a:endParaRPr lang="en-PH" sz="1200">
              <a:solidFill>
                <a:srgbClr val="233042"/>
              </a:solidFill>
              <a:latin typeface="Aptos" panose="020B0004020202020204" pitchFamily="34" charset="0"/>
            </a:endParaRPr>
          </a:p>
        </p:txBody>
      </p:sp>
      <p:sp>
        <p:nvSpPr>
          <p:cNvPr id="34" name="TextBox 33">
            <a:extLst>
              <a:ext uri="{FF2B5EF4-FFF2-40B4-BE49-F238E27FC236}">
                <a16:creationId xmlns:a16="http://schemas.microsoft.com/office/drawing/2014/main" id="{2BE5E383-ACF3-9AA5-0582-115F954D888C}"/>
              </a:ext>
            </a:extLst>
          </p:cNvPr>
          <p:cNvSpPr txBox="1"/>
          <p:nvPr/>
        </p:nvSpPr>
        <p:spPr>
          <a:xfrm>
            <a:off x="533400" y="6019800"/>
            <a:ext cx="11112500" cy="276999"/>
          </a:xfrm>
          <a:prstGeom prst="rect">
            <a:avLst/>
          </a:prstGeom>
          <a:noFill/>
        </p:spPr>
        <p:txBody>
          <a:bodyPr vert="horz" wrap="square" lIns="0" tIns="0" rIns="0" bIns="0" rtlCol="0">
            <a:noAutofit/>
          </a:bodyPr>
          <a:lstStyle/>
          <a:p>
            <a:pPr algn="ctr"/>
            <a:r>
              <a:rPr lang="en-PH" sz="1400" b="1">
                <a:solidFill>
                  <a:srgbClr val="102748"/>
                </a:solidFill>
                <a:latin typeface="Aptos" panose="020B0004020202020204" pitchFamily="34" charset="0"/>
              </a:rPr>
              <a:t>End of workflow overview</a:t>
            </a:r>
          </a:p>
        </p:txBody>
      </p:sp>
    </p:spTree>
    <p:extLst>
      <p:ext uri="{BB962C8B-B14F-4D97-AF65-F5344CB8AC3E}">
        <p14:creationId xmlns:p14="http://schemas.microsoft.com/office/powerpoint/2010/main" val="3094215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84EB70-7A4C-2E3D-CF6C-60BE2F8BB416}"/>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EA946CBC-59C2-1DE3-9095-2E8CC086FA39}"/>
              </a:ext>
            </a:extLst>
          </p:cNvPr>
          <p:cNvSpPr txBox="1"/>
          <p:nvPr/>
        </p:nvSpPr>
        <p:spPr>
          <a:xfrm>
            <a:off x="457200" y="190500"/>
            <a:ext cx="10287000" cy="384721"/>
          </a:xfrm>
          <a:prstGeom prst="rect">
            <a:avLst/>
          </a:prstGeom>
          <a:noFill/>
        </p:spPr>
        <p:txBody>
          <a:bodyPr vert="horz" wrap="square" lIns="0" tIns="0" rIns="0" bIns="0" rtlCol="0">
            <a:spAutoFit/>
          </a:bodyPr>
          <a:lstStyle/>
          <a:p>
            <a:r>
              <a:rPr lang="en-US" sz="2500" b="1">
                <a:solidFill>
                  <a:srgbClr val="FFFFFF"/>
                </a:solidFill>
                <a:latin typeface="Aptos" panose="020B0004020202020204" pitchFamily="34" charset="0"/>
              </a:rPr>
              <a:t>Actual System: Dashboard and Documents</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CE44766E-E5D7-43A6-8153-100109323730}"/>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Real screenshots from the local CLO DTS; personal document rows are blurred.</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4D707B24-E856-7C75-67CB-7F945DB088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1F8EAE9F-994B-9627-6F54-0132B4E68D1D}"/>
              </a:ext>
            </a:extLst>
          </p:cNvPr>
          <p:cNvSpPr/>
          <p:nvPr/>
        </p:nvSpPr>
        <p:spPr>
          <a:xfrm>
            <a:off x="4318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9AF92D11-3255-47F7-7682-149D5D9BB1C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511300"/>
            <a:ext cx="5473700" cy="3746500"/>
          </a:xfrm>
          <a:prstGeom prst="rect">
            <a:avLst/>
          </a:prstGeom>
        </p:spPr>
      </p:pic>
      <p:sp>
        <p:nvSpPr>
          <p:cNvPr id="10" name="TextBox 9">
            <a:extLst>
              <a:ext uri="{FF2B5EF4-FFF2-40B4-BE49-F238E27FC236}">
                <a16:creationId xmlns:a16="http://schemas.microsoft.com/office/drawing/2014/main" id="{AD81D64F-7157-74DE-E995-C188B8F0CD48}"/>
              </a:ext>
            </a:extLst>
          </p:cNvPr>
          <p:cNvSpPr txBox="1"/>
          <p:nvPr/>
        </p:nvSpPr>
        <p:spPr>
          <a:xfrm>
            <a:off x="5715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DASHBOARD</a:t>
            </a:r>
          </a:p>
        </p:txBody>
      </p:sp>
      <p:sp>
        <p:nvSpPr>
          <p:cNvPr id="11" name="TextBox 10">
            <a:extLst>
              <a:ext uri="{FF2B5EF4-FFF2-40B4-BE49-F238E27FC236}">
                <a16:creationId xmlns:a16="http://schemas.microsoft.com/office/drawing/2014/main" id="{E4A49C08-72F8-66A8-C012-E47192D29364}"/>
              </a:ext>
            </a:extLst>
          </p:cNvPr>
          <p:cNvSpPr txBox="1"/>
          <p:nvPr/>
        </p:nvSpPr>
        <p:spPr>
          <a:xfrm>
            <a:off x="5715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Overview cards, workload indicators, and document activity.</a:t>
            </a:r>
            <a:endParaRPr lang="en-PH" sz="1000">
              <a:solidFill>
                <a:srgbClr val="5B697B"/>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A7B91701-89C5-E362-C3EF-263E7714A8FC}"/>
              </a:ext>
            </a:extLst>
          </p:cNvPr>
          <p:cNvSpPr/>
          <p:nvPr/>
        </p:nvSpPr>
        <p:spPr>
          <a:xfrm>
            <a:off x="61849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Picture 13">
            <a:extLst>
              <a:ext uri="{FF2B5EF4-FFF2-40B4-BE49-F238E27FC236}">
                <a16:creationId xmlns:a16="http://schemas.microsoft.com/office/drawing/2014/main" id="{FF6A3F78-BEA6-5358-803B-F5A2B539833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35700" y="1511300"/>
            <a:ext cx="5473700" cy="3746500"/>
          </a:xfrm>
          <a:prstGeom prst="rect">
            <a:avLst/>
          </a:prstGeom>
        </p:spPr>
      </p:pic>
      <p:sp>
        <p:nvSpPr>
          <p:cNvPr id="15" name="TextBox 14">
            <a:extLst>
              <a:ext uri="{FF2B5EF4-FFF2-40B4-BE49-F238E27FC236}">
                <a16:creationId xmlns:a16="http://schemas.microsoft.com/office/drawing/2014/main" id="{3D013544-60EE-CABD-CDED-5E4105106ADA}"/>
              </a:ext>
            </a:extLst>
          </p:cNvPr>
          <p:cNvSpPr txBox="1"/>
          <p:nvPr/>
        </p:nvSpPr>
        <p:spPr>
          <a:xfrm>
            <a:off x="63246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DOCUMENT MANAGEMENT</a:t>
            </a:r>
          </a:p>
        </p:txBody>
      </p:sp>
      <p:sp>
        <p:nvSpPr>
          <p:cNvPr id="16" name="TextBox 15">
            <a:extLst>
              <a:ext uri="{FF2B5EF4-FFF2-40B4-BE49-F238E27FC236}">
                <a16:creationId xmlns:a16="http://schemas.microsoft.com/office/drawing/2014/main" id="{E6962EA6-5E76-FAAB-144E-76D8E7AD985C}"/>
              </a:ext>
            </a:extLst>
          </p:cNvPr>
          <p:cNvSpPr txBox="1"/>
          <p:nvPr/>
        </p:nvSpPr>
        <p:spPr>
          <a:xfrm>
            <a:off x="63246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Receive, search, review, and manage registered documents.</a:t>
            </a:r>
            <a:endParaRPr lang="en-PH" sz="1000">
              <a:solidFill>
                <a:srgbClr val="5B697B"/>
              </a:solidFill>
              <a:latin typeface="Aptos" panose="020B0004020202020204" pitchFamily="34" charset="0"/>
            </a:endParaRPr>
          </a:p>
        </p:txBody>
      </p:sp>
      <p:sp>
        <p:nvSpPr>
          <p:cNvPr id="17" name="Rectangle 16">
            <a:extLst>
              <a:ext uri="{FF2B5EF4-FFF2-40B4-BE49-F238E27FC236}">
                <a16:creationId xmlns:a16="http://schemas.microsoft.com/office/drawing/2014/main" id="{146BD7AE-D997-F138-6ACE-CC37F28E8EAC}"/>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45F90D85-3652-070D-DDB4-9E290EBB0323}"/>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697B"/>
                </a:solidFill>
                <a:latin typeface="Aptos" panose="020B0004020202020204" pitchFamily="34" charset="0"/>
              </a:rPr>
              <a:t>CLO DOCUMENT TRACKING SYSTEM  |  ACTUAL SYSTEM SCREENSHOTS</a:t>
            </a:r>
            <a:endParaRPr lang="en-PH" sz="800">
              <a:solidFill>
                <a:srgbClr val="5B697B"/>
              </a:solidFill>
              <a:latin typeface="Aptos" panose="020B0004020202020204" pitchFamily="34" charset="0"/>
            </a:endParaRPr>
          </a:p>
        </p:txBody>
      </p:sp>
      <p:sp>
        <p:nvSpPr>
          <p:cNvPr id="19" name="TextBox 18">
            <a:extLst>
              <a:ext uri="{FF2B5EF4-FFF2-40B4-BE49-F238E27FC236}">
                <a16:creationId xmlns:a16="http://schemas.microsoft.com/office/drawing/2014/main" id="{7A5C93F0-5F2F-0D3D-4D47-B88B607CB91D}"/>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697B"/>
                </a:solidFill>
                <a:latin typeface="Aptos" panose="020B0004020202020204" pitchFamily="34" charset="0"/>
              </a:rPr>
              <a:t>13</a:t>
            </a:r>
          </a:p>
        </p:txBody>
      </p:sp>
    </p:spTree>
    <p:extLst>
      <p:ext uri="{BB962C8B-B14F-4D97-AF65-F5344CB8AC3E}">
        <p14:creationId xmlns:p14="http://schemas.microsoft.com/office/powerpoint/2010/main" val="1114780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08A85D-E371-ED66-84AA-BB1023B6F117}"/>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915D2EA3-3790-5C64-CBC4-4E5FEEA1C3F7}"/>
              </a:ext>
            </a:extLst>
          </p:cNvPr>
          <p:cNvSpPr txBox="1"/>
          <p:nvPr/>
        </p:nvSpPr>
        <p:spPr>
          <a:xfrm>
            <a:off x="457200" y="190500"/>
            <a:ext cx="10287000" cy="384721"/>
          </a:xfrm>
          <a:prstGeom prst="rect">
            <a:avLst/>
          </a:prstGeom>
          <a:noFill/>
        </p:spPr>
        <p:txBody>
          <a:bodyPr vert="horz" wrap="square" lIns="0" tIns="0" rIns="0" bIns="0" rtlCol="0">
            <a:spAutoFit/>
          </a:bodyPr>
          <a:lstStyle/>
          <a:p>
            <a:r>
              <a:rPr lang="en-US" sz="2500" b="1">
                <a:solidFill>
                  <a:srgbClr val="FFFFFF"/>
                </a:solidFill>
                <a:latin typeface="Aptos" panose="020B0004020202020204" pitchFamily="34" charset="0"/>
              </a:rPr>
              <a:t>Actual System: Routing and Tracking</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A0A74413-6629-0A61-7284-079F8165D3A0}"/>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Screens from the document movement and lookup modules.</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85256109-665B-E6DE-2844-79829211CEC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D6645EBE-1831-AD03-7CB2-FBBCAF428C9F}"/>
              </a:ext>
            </a:extLst>
          </p:cNvPr>
          <p:cNvSpPr/>
          <p:nvPr/>
        </p:nvSpPr>
        <p:spPr>
          <a:xfrm>
            <a:off x="4318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A7E21EE9-B87B-C586-D827-293939BA7A3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511300"/>
            <a:ext cx="5473700" cy="3746500"/>
          </a:xfrm>
          <a:prstGeom prst="rect">
            <a:avLst/>
          </a:prstGeom>
        </p:spPr>
      </p:pic>
      <p:sp>
        <p:nvSpPr>
          <p:cNvPr id="10" name="TextBox 9">
            <a:extLst>
              <a:ext uri="{FF2B5EF4-FFF2-40B4-BE49-F238E27FC236}">
                <a16:creationId xmlns:a16="http://schemas.microsoft.com/office/drawing/2014/main" id="{4023EF6A-EA48-5CC5-F82A-CA931E950478}"/>
              </a:ext>
            </a:extLst>
          </p:cNvPr>
          <p:cNvSpPr txBox="1"/>
          <p:nvPr/>
        </p:nvSpPr>
        <p:spPr>
          <a:xfrm>
            <a:off x="5715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DOCUMENT ROUTING</a:t>
            </a:r>
          </a:p>
        </p:txBody>
      </p:sp>
      <p:sp>
        <p:nvSpPr>
          <p:cNvPr id="11" name="TextBox 10">
            <a:extLst>
              <a:ext uri="{FF2B5EF4-FFF2-40B4-BE49-F238E27FC236}">
                <a16:creationId xmlns:a16="http://schemas.microsoft.com/office/drawing/2014/main" id="{984D3449-70FC-772F-3C04-9FE520760C58}"/>
              </a:ext>
            </a:extLst>
          </p:cNvPr>
          <p:cNvSpPr txBox="1"/>
          <p:nvPr/>
        </p:nvSpPr>
        <p:spPr>
          <a:xfrm>
            <a:off x="5715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Review routes awaiting receipt and manage document movements.</a:t>
            </a:r>
            <a:endParaRPr lang="en-PH" sz="1000">
              <a:solidFill>
                <a:srgbClr val="5B697B"/>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3ECE442A-3F3E-6708-B06D-9D827B8AE1C7}"/>
              </a:ext>
            </a:extLst>
          </p:cNvPr>
          <p:cNvSpPr/>
          <p:nvPr/>
        </p:nvSpPr>
        <p:spPr>
          <a:xfrm>
            <a:off x="61849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Picture 13">
            <a:extLst>
              <a:ext uri="{FF2B5EF4-FFF2-40B4-BE49-F238E27FC236}">
                <a16:creationId xmlns:a16="http://schemas.microsoft.com/office/drawing/2014/main" id="{4678A01E-0301-1A77-7C83-A5C7FBC94E0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35700" y="1511300"/>
            <a:ext cx="5473700" cy="3746500"/>
          </a:xfrm>
          <a:prstGeom prst="rect">
            <a:avLst/>
          </a:prstGeom>
        </p:spPr>
      </p:pic>
      <p:sp>
        <p:nvSpPr>
          <p:cNvPr id="15" name="TextBox 14">
            <a:extLst>
              <a:ext uri="{FF2B5EF4-FFF2-40B4-BE49-F238E27FC236}">
                <a16:creationId xmlns:a16="http://schemas.microsoft.com/office/drawing/2014/main" id="{EE3E019D-496B-469C-77CA-5AA5FB8B948A}"/>
              </a:ext>
            </a:extLst>
          </p:cNvPr>
          <p:cNvSpPr txBox="1"/>
          <p:nvPr/>
        </p:nvSpPr>
        <p:spPr>
          <a:xfrm>
            <a:off x="63246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DOCUMENT TRACKING</a:t>
            </a:r>
          </a:p>
        </p:txBody>
      </p:sp>
      <p:sp>
        <p:nvSpPr>
          <p:cNvPr id="16" name="TextBox 15">
            <a:extLst>
              <a:ext uri="{FF2B5EF4-FFF2-40B4-BE49-F238E27FC236}">
                <a16:creationId xmlns:a16="http://schemas.microsoft.com/office/drawing/2014/main" id="{876FBA57-D3F3-8A3A-89B1-D35D8CBD05F8}"/>
              </a:ext>
            </a:extLst>
          </p:cNvPr>
          <p:cNvSpPr txBox="1"/>
          <p:nvPr/>
        </p:nvSpPr>
        <p:spPr>
          <a:xfrm>
            <a:off x="63246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Search a tracking number to review current location and movement history.</a:t>
            </a:r>
            <a:endParaRPr lang="en-PH" sz="1000">
              <a:solidFill>
                <a:srgbClr val="5B697B"/>
              </a:solidFill>
              <a:latin typeface="Aptos" panose="020B0004020202020204" pitchFamily="34" charset="0"/>
            </a:endParaRPr>
          </a:p>
        </p:txBody>
      </p:sp>
      <p:sp>
        <p:nvSpPr>
          <p:cNvPr id="17" name="Rectangle 16">
            <a:extLst>
              <a:ext uri="{FF2B5EF4-FFF2-40B4-BE49-F238E27FC236}">
                <a16:creationId xmlns:a16="http://schemas.microsoft.com/office/drawing/2014/main" id="{FA8ED0F8-C183-EAFE-BF8A-1A3E8C8E4C1E}"/>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6C6E8BA7-51BE-8B8F-81B6-D9A700CB5F55}"/>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697B"/>
                </a:solidFill>
                <a:latin typeface="Aptos" panose="020B0004020202020204" pitchFamily="34" charset="0"/>
              </a:rPr>
              <a:t>CLO DOCUMENT TRACKING SYSTEM  |  ACTUAL SYSTEM SCREENSHOTS</a:t>
            </a:r>
            <a:endParaRPr lang="en-PH" sz="800">
              <a:solidFill>
                <a:srgbClr val="5B697B"/>
              </a:solidFill>
              <a:latin typeface="Aptos" panose="020B0004020202020204" pitchFamily="34" charset="0"/>
            </a:endParaRPr>
          </a:p>
        </p:txBody>
      </p:sp>
      <p:sp>
        <p:nvSpPr>
          <p:cNvPr id="19" name="TextBox 18">
            <a:extLst>
              <a:ext uri="{FF2B5EF4-FFF2-40B4-BE49-F238E27FC236}">
                <a16:creationId xmlns:a16="http://schemas.microsoft.com/office/drawing/2014/main" id="{4CD5FE70-E56D-C039-F54C-52A2FF80C847}"/>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697B"/>
                </a:solidFill>
                <a:latin typeface="Aptos" panose="020B0004020202020204" pitchFamily="34" charset="0"/>
              </a:rPr>
              <a:t>14</a:t>
            </a:r>
          </a:p>
        </p:txBody>
      </p:sp>
    </p:spTree>
    <p:extLst>
      <p:ext uri="{BB962C8B-B14F-4D97-AF65-F5344CB8AC3E}">
        <p14:creationId xmlns:p14="http://schemas.microsoft.com/office/powerpoint/2010/main" val="3149247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6D1159-72BB-FC78-9C30-E521CAB9720D}"/>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D50FCC80-B38F-3503-4C65-8AD86128E40D}"/>
              </a:ext>
            </a:extLst>
          </p:cNvPr>
          <p:cNvSpPr txBox="1"/>
          <p:nvPr/>
        </p:nvSpPr>
        <p:spPr>
          <a:xfrm>
            <a:off x="457200" y="190500"/>
            <a:ext cx="10287000" cy="384721"/>
          </a:xfrm>
          <a:prstGeom prst="rect">
            <a:avLst/>
          </a:prstGeom>
          <a:noFill/>
        </p:spPr>
        <p:txBody>
          <a:bodyPr vert="horz" wrap="square" lIns="0" tIns="0" rIns="0" bIns="0" rtlCol="0">
            <a:spAutoFit/>
          </a:bodyPr>
          <a:lstStyle/>
          <a:p>
            <a:r>
              <a:rPr lang="en-US" sz="2500" b="1">
                <a:solidFill>
                  <a:srgbClr val="FFFFFF"/>
                </a:solidFill>
                <a:latin typeface="Aptos" panose="020B0004020202020204" pitchFamily="34" charset="0"/>
              </a:rPr>
              <a:t>Actual System: Work Queues and Access</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78496D5C-180C-62EA-69D6-EF0933462E9B}"/>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Daily processing and restricted-document access request screens.</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76CA6699-87CD-F0C7-1C2F-217D5F1F1D7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04B57AF1-245C-2BF7-4168-EA4FE143ABD3}"/>
              </a:ext>
            </a:extLst>
          </p:cNvPr>
          <p:cNvSpPr/>
          <p:nvPr/>
        </p:nvSpPr>
        <p:spPr>
          <a:xfrm>
            <a:off x="4318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D586DEB6-D52C-ABC9-C241-6E31B380CA0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511300"/>
            <a:ext cx="5473700" cy="3746500"/>
          </a:xfrm>
          <a:prstGeom prst="rect">
            <a:avLst/>
          </a:prstGeom>
        </p:spPr>
      </p:pic>
      <p:sp>
        <p:nvSpPr>
          <p:cNvPr id="10" name="TextBox 9">
            <a:extLst>
              <a:ext uri="{FF2B5EF4-FFF2-40B4-BE49-F238E27FC236}">
                <a16:creationId xmlns:a16="http://schemas.microsoft.com/office/drawing/2014/main" id="{E42A338A-09DC-42DC-B0EE-6F84DC6D24CD}"/>
              </a:ext>
            </a:extLst>
          </p:cNvPr>
          <p:cNvSpPr txBox="1"/>
          <p:nvPr/>
        </p:nvSpPr>
        <p:spPr>
          <a:xfrm>
            <a:off x="5715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PENDING DOCUMENTS</a:t>
            </a:r>
          </a:p>
        </p:txBody>
      </p:sp>
      <p:sp>
        <p:nvSpPr>
          <p:cNvPr id="11" name="TextBox 10">
            <a:extLst>
              <a:ext uri="{FF2B5EF4-FFF2-40B4-BE49-F238E27FC236}">
                <a16:creationId xmlns:a16="http://schemas.microsoft.com/office/drawing/2014/main" id="{DA55DD33-9F62-3E4A-643D-ACFEDFCF60FE}"/>
              </a:ext>
            </a:extLst>
          </p:cNvPr>
          <p:cNvSpPr txBox="1"/>
          <p:nvPr/>
        </p:nvSpPr>
        <p:spPr>
          <a:xfrm>
            <a:off x="5715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Review pending items, due dates, and work requiring action.</a:t>
            </a:r>
            <a:endParaRPr lang="en-PH" sz="1000">
              <a:solidFill>
                <a:srgbClr val="5B697B"/>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AA4AC11F-38C3-7C7B-AA41-435A7D84D6EE}"/>
              </a:ext>
            </a:extLst>
          </p:cNvPr>
          <p:cNvSpPr/>
          <p:nvPr/>
        </p:nvSpPr>
        <p:spPr>
          <a:xfrm>
            <a:off x="61849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Picture 13">
            <a:extLst>
              <a:ext uri="{FF2B5EF4-FFF2-40B4-BE49-F238E27FC236}">
                <a16:creationId xmlns:a16="http://schemas.microsoft.com/office/drawing/2014/main" id="{DDD8DC61-6EB9-60C8-61DB-10A2756693EE}"/>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35700" y="1511300"/>
            <a:ext cx="5473700" cy="3746500"/>
          </a:xfrm>
          <a:prstGeom prst="rect">
            <a:avLst/>
          </a:prstGeom>
        </p:spPr>
      </p:pic>
      <p:sp>
        <p:nvSpPr>
          <p:cNvPr id="15" name="TextBox 14">
            <a:extLst>
              <a:ext uri="{FF2B5EF4-FFF2-40B4-BE49-F238E27FC236}">
                <a16:creationId xmlns:a16="http://schemas.microsoft.com/office/drawing/2014/main" id="{E81CCED0-3962-4CBC-2DDC-048D6B24EA4E}"/>
              </a:ext>
            </a:extLst>
          </p:cNvPr>
          <p:cNvSpPr txBox="1"/>
          <p:nvPr/>
        </p:nvSpPr>
        <p:spPr>
          <a:xfrm>
            <a:off x="63246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ACCESS REQUESTS</a:t>
            </a:r>
          </a:p>
        </p:txBody>
      </p:sp>
      <p:sp>
        <p:nvSpPr>
          <p:cNvPr id="16" name="TextBox 15">
            <a:extLst>
              <a:ext uri="{FF2B5EF4-FFF2-40B4-BE49-F238E27FC236}">
                <a16:creationId xmlns:a16="http://schemas.microsoft.com/office/drawing/2014/main" id="{84FCB2D2-AF94-50EF-02FB-4A72C11C8F2C}"/>
              </a:ext>
            </a:extLst>
          </p:cNvPr>
          <p:cNvSpPr txBox="1"/>
          <p:nvPr/>
        </p:nvSpPr>
        <p:spPr>
          <a:xfrm>
            <a:off x="63246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Review requests for access to confidential document files.</a:t>
            </a:r>
            <a:endParaRPr lang="en-PH" sz="1000">
              <a:solidFill>
                <a:srgbClr val="5B697B"/>
              </a:solidFill>
              <a:latin typeface="Aptos" panose="020B0004020202020204" pitchFamily="34" charset="0"/>
            </a:endParaRPr>
          </a:p>
        </p:txBody>
      </p:sp>
      <p:sp>
        <p:nvSpPr>
          <p:cNvPr id="17" name="Rectangle 16">
            <a:extLst>
              <a:ext uri="{FF2B5EF4-FFF2-40B4-BE49-F238E27FC236}">
                <a16:creationId xmlns:a16="http://schemas.microsoft.com/office/drawing/2014/main" id="{40876EC8-ACC3-5C6E-40D7-E07B832CCE9B}"/>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6A0A72EC-DBAB-EC97-3C20-6A021CB4CCBA}"/>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697B"/>
                </a:solidFill>
                <a:latin typeface="Aptos" panose="020B0004020202020204" pitchFamily="34" charset="0"/>
              </a:rPr>
              <a:t>CLO DOCUMENT TRACKING SYSTEM  |  ACTUAL SYSTEM SCREENSHOTS</a:t>
            </a:r>
            <a:endParaRPr lang="en-PH" sz="800">
              <a:solidFill>
                <a:srgbClr val="5B697B"/>
              </a:solidFill>
              <a:latin typeface="Aptos" panose="020B0004020202020204" pitchFamily="34" charset="0"/>
            </a:endParaRPr>
          </a:p>
        </p:txBody>
      </p:sp>
      <p:sp>
        <p:nvSpPr>
          <p:cNvPr id="19" name="TextBox 18">
            <a:extLst>
              <a:ext uri="{FF2B5EF4-FFF2-40B4-BE49-F238E27FC236}">
                <a16:creationId xmlns:a16="http://schemas.microsoft.com/office/drawing/2014/main" id="{95DFF1D5-2E5D-2DA3-F0AB-1B3B2180F57D}"/>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697B"/>
                </a:solidFill>
                <a:latin typeface="Aptos" panose="020B0004020202020204" pitchFamily="34" charset="0"/>
              </a:rPr>
              <a:t>15</a:t>
            </a:r>
          </a:p>
        </p:txBody>
      </p:sp>
    </p:spTree>
    <p:extLst>
      <p:ext uri="{BB962C8B-B14F-4D97-AF65-F5344CB8AC3E}">
        <p14:creationId xmlns:p14="http://schemas.microsoft.com/office/powerpoint/2010/main" val="4092412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475944-74C7-8505-AA9B-B1396D094F58}"/>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54ECFAB4-A935-2D3A-B84B-21EC2C4324C3}"/>
              </a:ext>
            </a:extLst>
          </p:cNvPr>
          <p:cNvSpPr txBox="1"/>
          <p:nvPr/>
        </p:nvSpPr>
        <p:spPr>
          <a:xfrm>
            <a:off x="457200" y="190500"/>
            <a:ext cx="10287000" cy="384721"/>
          </a:xfrm>
          <a:prstGeom prst="rect">
            <a:avLst/>
          </a:prstGeom>
          <a:noFill/>
        </p:spPr>
        <p:txBody>
          <a:bodyPr vert="horz" wrap="square" lIns="0" tIns="0" rIns="0" bIns="0" rtlCol="0">
            <a:spAutoFit/>
          </a:bodyPr>
          <a:lstStyle/>
          <a:p>
            <a:r>
              <a:rPr lang="en-US" sz="2500" b="1">
                <a:solidFill>
                  <a:srgbClr val="FFFFFF"/>
                </a:solidFill>
                <a:latin typeface="Aptos" panose="020B0004020202020204" pitchFamily="34" charset="0"/>
              </a:rPr>
              <a:t>Actual System: Reports and Archive</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B9633BD6-5FD3-353C-25D7-1B6276673BDF}"/>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Screens from reporting and records-retention modules.</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E542FCE8-FE3A-E9F2-6CF1-01C2A7334B0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3133172A-784E-A1D0-9D2A-E39B51A2BDB5}"/>
              </a:ext>
            </a:extLst>
          </p:cNvPr>
          <p:cNvSpPr/>
          <p:nvPr/>
        </p:nvSpPr>
        <p:spPr>
          <a:xfrm>
            <a:off x="4318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B6FCEB2A-76BE-8245-CA87-6D2EC7A7752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511300"/>
            <a:ext cx="5473700" cy="3746500"/>
          </a:xfrm>
          <a:prstGeom prst="rect">
            <a:avLst/>
          </a:prstGeom>
        </p:spPr>
      </p:pic>
      <p:sp>
        <p:nvSpPr>
          <p:cNvPr id="10" name="TextBox 9">
            <a:extLst>
              <a:ext uri="{FF2B5EF4-FFF2-40B4-BE49-F238E27FC236}">
                <a16:creationId xmlns:a16="http://schemas.microsoft.com/office/drawing/2014/main" id="{4177CD7F-7C45-283B-DD2C-8B0C6B3F8152}"/>
              </a:ext>
            </a:extLst>
          </p:cNvPr>
          <p:cNvSpPr txBox="1"/>
          <p:nvPr/>
        </p:nvSpPr>
        <p:spPr>
          <a:xfrm>
            <a:off x="5715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REPORTS</a:t>
            </a:r>
          </a:p>
        </p:txBody>
      </p:sp>
      <p:sp>
        <p:nvSpPr>
          <p:cNvPr id="11" name="TextBox 10">
            <a:extLst>
              <a:ext uri="{FF2B5EF4-FFF2-40B4-BE49-F238E27FC236}">
                <a16:creationId xmlns:a16="http://schemas.microsoft.com/office/drawing/2014/main" id="{3A1EFCCB-AABE-9453-DD29-B83E3C8E159B}"/>
              </a:ext>
            </a:extLst>
          </p:cNvPr>
          <p:cNvSpPr txBox="1"/>
          <p:nvPr/>
        </p:nvSpPr>
        <p:spPr>
          <a:xfrm>
            <a:off x="5715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Choose a report period and review document activity summaries.</a:t>
            </a:r>
            <a:endParaRPr lang="en-PH" sz="1000">
              <a:solidFill>
                <a:srgbClr val="5B697B"/>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00D9581D-13A5-D32B-E179-8D5EB7FB943C}"/>
              </a:ext>
            </a:extLst>
          </p:cNvPr>
          <p:cNvSpPr/>
          <p:nvPr/>
        </p:nvSpPr>
        <p:spPr>
          <a:xfrm>
            <a:off x="61849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Picture 13">
            <a:extLst>
              <a:ext uri="{FF2B5EF4-FFF2-40B4-BE49-F238E27FC236}">
                <a16:creationId xmlns:a16="http://schemas.microsoft.com/office/drawing/2014/main" id="{73517E00-AA9F-AC94-F170-7A56F9EF7E5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35700" y="1511300"/>
            <a:ext cx="5473700" cy="3746500"/>
          </a:xfrm>
          <a:prstGeom prst="rect">
            <a:avLst/>
          </a:prstGeom>
        </p:spPr>
      </p:pic>
      <p:sp>
        <p:nvSpPr>
          <p:cNvPr id="15" name="TextBox 14">
            <a:extLst>
              <a:ext uri="{FF2B5EF4-FFF2-40B4-BE49-F238E27FC236}">
                <a16:creationId xmlns:a16="http://schemas.microsoft.com/office/drawing/2014/main" id="{33E61C91-626D-4157-A6EB-9E9FDFF3EF8A}"/>
              </a:ext>
            </a:extLst>
          </p:cNvPr>
          <p:cNvSpPr txBox="1"/>
          <p:nvPr/>
        </p:nvSpPr>
        <p:spPr>
          <a:xfrm>
            <a:off x="63246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DOCUMENT ARCHIVE</a:t>
            </a:r>
          </a:p>
        </p:txBody>
      </p:sp>
      <p:sp>
        <p:nvSpPr>
          <p:cNvPr id="16" name="TextBox 15">
            <a:extLst>
              <a:ext uri="{FF2B5EF4-FFF2-40B4-BE49-F238E27FC236}">
                <a16:creationId xmlns:a16="http://schemas.microsoft.com/office/drawing/2014/main" id="{D152881D-B53D-C05A-95E2-0AB7C9B3448C}"/>
              </a:ext>
            </a:extLst>
          </p:cNvPr>
          <p:cNvSpPr txBox="1"/>
          <p:nvPr/>
        </p:nvSpPr>
        <p:spPr>
          <a:xfrm>
            <a:off x="63246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Search archived records and restore documents when authorized.</a:t>
            </a:r>
            <a:endParaRPr lang="en-PH" sz="1000">
              <a:solidFill>
                <a:srgbClr val="5B697B"/>
              </a:solidFill>
              <a:latin typeface="Aptos" panose="020B0004020202020204" pitchFamily="34" charset="0"/>
            </a:endParaRPr>
          </a:p>
        </p:txBody>
      </p:sp>
      <p:sp>
        <p:nvSpPr>
          <p:cNvPr id="17" name="Rectangle 16">
            <a:extLst>
              <a:ext uri="{FF2B5EF4-FFF2-40B4-BE49-F238E27FC236}">
                <a16:creationId xmlns:a16="http://schemas.microsoft.com/office/drawing/2014/main" id="{ECBE6426-0F35-7D75-FB7F-2B63B7BF430B}"/>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6393E9DC-45DA-70F0-77E5-24BF790BE1BF}"/>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697B"/>
                </a:solidFill>
                <a:latin typeface="Aptos" panose="020B0004020202020204" pitchFamily="34" charset="0"/>
              </a:rPr>
              <a:t>CLO DOCUMENT TRACKING SYSTEM  |  ACTUAL SYSTEM SCREENSHOTS</a:t>
            </a:r>
            <a:endParaRPr lang="en-PH" sz="800">
              <a:solidFill>
                <a:srgbClr val="5B697B"/>
              </a:solidFill>
              <a:latin typeface="Aptos" panose="020B0004020202020204" pitchFamily="34" charset="0"/>
            </a:endParaRPr>
          </a:p>
        </p:txBody>
      </p:sp>
      <p:sp>
        <p:nvSpPr>
          <p:cNvPr id="19" name="TextBox 18">
            <a:extLst>
              <a:ext uri="{FF2B5EF4-FFF2-40B4-BE49-F238E27FC236}">
                <a16:creationId xmlns:a16="http://schemas.microsoft.com/office/drawing/2014/main" id="{37AEFEA0-A8B6-9F48-B3E4-4606E5652F60}"/>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697B"/>
                </a:solidFill>
                <a:latin typeface="Aptos" panose="020B0004020202020204" pitchFamily="34" charset="0"/>
              </a:rPr>
              <a:t>16</a:t>
            </a:r>
          </a:p>
        </p:txBody>
      </p:sp>
    </p:spTree>
    <p:extLst>
      <p:ext uri="{BB962C8B-B14F-4D97-AF65-F5344CB8AC3E}">
        <p14:creationId xmlns:p14="http://schemas.microsoft.com/office/powerpoint/2010/main" val="4219811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FCE68D-55A6-E8A3-92BA-E6594B60D0F9}"/>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EB5ADE1C-151F-8D8E-C082-0A12EBC1960B}"/>
              </a:ext>
            </a:extLst>
          </p:cNvPr>
          <p:cNvSpPr txBox="1"/>
          <p:nvPr/>
        </p:nvSpPr>
        <p:spPr>
          <a:xfrm>
            <a:off x="457200" y="190500"/>
            <a:ext cx="10287000" cy="384721"/>
          </a:xfrm>
          <a:prstGeom prst="rect">
            <a:avLst/>
          </a:prstGeom>
          <a:noFill/>
        </p:spPr>
        <p:txBody>
          <a:bodyPr vert="horz" wrap="square" lIns="0" tIns="0" rIns="0" bIns="0" rtlCol="0">
            <a:spAutoFit/>
          </a:bodyPr>
          <a:lstStyle/>
          <a:p>
            <a:r>
              <a:rPr lang="en-PH" sz="2500" b="1">
                <a:solidFill>
                  <a:srgbClr val="FFFFFF"/>
                </a:solidFill>
                <a:latin typeface="Aptos" panose="020B0004020202020204" pitchFamily="34" charset="0"/>
              </a:rPr>
              <a:t>Actual System: User Administration</a:t>
            </a:r>
          </a:p>
        </p:txBody>
      </p:sp>
      <p:sp>
        <p:nvSpPr>
          <p:cNvPr id="4" name="TextBox 3">
            <a:extLst>
              <a:ext uri="{FF2B5EF4-FFF2-40B4-BE49-F238E27FC236}">
                <a16:creationId xmlns:a16="http://schemas.microsoft.com/office/drawing/2014/main" id="{04286BD9-B8F7-7AED-CA7F-2AFE25B0020F}"/>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Administrator view for account approval and role management.</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8C5DEB44-74FE-BE55-4E0A-992D893A6FA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7F5A0C6A-7484-4295-FA95-60A9C64EFD58}"/>
              </a:ext>
            </a:extLst>
          </p:cNvPr>
          <p:cNvSpPr/>
          <p:nvPr/>
        </p:nvSpPr>
        <p:spPr>
          <a:xfrm>
            <a:off x="4318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CFBEC584-6ED9-E3AB-F036-6399E808956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511300"/>
            <a:ext cx="5473700" cy="3746500"/>
          </a:xfrm>
          <a:prstGeom prst="rect">
            <a:avLst/>
          </a:prstGeom>
        </p:spPr>
      </p:pic>
      <p:sp>
        <p:nvSpPr>
          <p:cNvPr id="10" name="TextBox 9">
            <a:extLst>
              <a:ext uri="{FF2B5EF4-FFF2-40B4-BE49-F238E27FC236}">
                <a16:creationId xmlns:a16="http://schemas.microsoft.com/office/drawing/2014/main" id="{73654FA5-EAB8-6A44-F0ED-47D0DBBC666A}"/>
              </a:ext>
            </a:extLst>
          </p:cNvPr>
          <p:cNvSpPr txBox="1"/>
          <p:nvPr/>
        </p:nvSpPr>
        <p:spPr>
          <a:xfrm>
            <a:off x="5715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USER MANAGEMENT</a:t>
            </a:r>
          </a:p>
        </p:txBody>
      </p:sp>
      <p:sp>
        <p:nvSpPr>
          <p:cNvPr id="11" name="TextBox 10">
            <a:extLst>
              <a:ext uri="{FF2B5EF4-FFF2-40B4-BE49-F238E27FC236}">
                <a16:creationId xmlns:a16="http://schemas.microsoft.com/office/drawing/2014/main" id="{F31B0704-4E43-6480-70EE-6FB686CAC4E0}"/>
              </a:ext>
            </a:extLst>
          </p:cNvPr>
          <p:cNvSpPr txBox="1"/>
          <p:nvPr/>
        </p:nvSpPr>
        <p:spPr>
          <a:xfrm>
            <a:off x="5715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Review accounts, roles, departments, and activation status.</a:t>
            </a:r>
            <a:endParaRPr lang="en-PH" sz="1000">
              <a:solidFill>
                <a:srgbClr val="5B697B"/>
              </a:solidFill>
              <a:latin typeface="Aptos" panose="020B0004020202020204" pitchFamily="34" charset="0"/>
            </a:endParaRPr>
          </a:p>
        </p:txBody>
      </p:sp>
      <p:sp>
        <p:nvSpPr>
          <p:cNvPr id="17" name="Rectangle 16">
            <a:extLst>
              <a:ext uri="{FF2B5EF4-FFF2-40B4-BE49-F238E27FC236}">
                <a16:creationId xmlns:a16="http://schemas.microsoft.com/office/drawing/2014/main" id="{E3F59989-8099-8B66-5C98-A8AF0B16B70D}"/>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6B1EF04C-4E17-5F61-7079-0336B7F4F069}"/>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697B"/>
                </a:solidFill>
                <a:latin typeface="Aptos" panose="020B0004020202020204" pitchFamily="34" charset="0"/>
              </a:rPr>
              <a:t>CLO DOCUMENT TRACKING SYSTEM  |  ACTUAL SYSTEM SCREENSHOTS</a:t>
            </a:r>
            <a:endParaRPr lang="en-PH" sz="800">
              <a:solidFill>
                <a:srgbClr val="5B697B"/>
              </a:solidFill>
              <a:latin typeface="Aptos" panose="020B0004020202020204" pitchFamily="34" charset="0"/>
            </a:endParaRPr>
          </a:p>
        </p:txBody>
      </p:sp>
      <p:sp>
        <p:nvSpPr>
          <p:cNvPr id="19" name="TextBox 18">
            <a:extLst>
              <a:ext uri="{FF2B5EF4-FFF2-40B4-BE49-F238E27FC236}">
                <a16:creationId xmlns:a16="http://schemas.microsoft.com/office/drawing/2014/main" id="{3045BE6D-A76F-B057-11CB-7FB84F70BB00}"/>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697B"/>
                </a:solidFill>
                <a:latin typeface="Aptos" panose="020B0004020202020204" pitchFamily="34" charset="0"/>
              </a:rPr>
              <a:t>17</a:t>
            </a:r>
          </a:p>
        </p:txBody>
      </p:sp>
      <p:sp>
        <p:nvSpPr>
          <p:cNvPr id="5" name="Rectangle: Rounded Corners 4">
            <a:extLst>
              <a:ext uri="{FF2B5EF4-FFF2-40B4-BE49-F238E27FC236}">
                <a16:creationId xmlns:a16="http://schemas.microsoft.com/office/drawing/2014/main" id="{6A326E6B-8A3F-DB4B-59E6-5B47F50CA6DD}"/>
              </a:ext>
            </a:extLst>
          </p:cNvPr>
          <p:cNvSpPr/>
          <p:nvPr/>
        </p:nvSpPr>
        <p:spPr>
          <a:xfrm>
            <a:off x="6235700" y="1511300"/>
            <a:ext cx="5473700" cy="3746500"/>
          </a:xfrm>
          <a:prstGeom prst="roundRect">
            <a:avLst/>
          </a:prstGeom>
          <a:solidFill>
            <a:srgbClr val="E9EFF3"/>
          </a:solidFill>
          <a:ln w="12700">
            <a:solidFill>
              <a:srgbClr val="DCD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7">
            <a:extLst>
              <a:ext uri="{FF2B5EF4-FFF2-40B4-BE49-F238E27FC236}">
                <a16:creationId xmlns:a16="http://schemas.microsoft.com/office/drawing/2014/main" id="{0EFC8DBD-8874-A25F-9FFE-C6EF9868120E}"/>
              </a:ext>
            </a:extLst>
          </p:cNvPr>
          <p:cNvSpPr txBox="1"/>
          <p:nvPr/>
        </p:nvSpPr>
        <p:spPr>
          <a:xfrm>
            <a:off x="6604000" y="1816100"/>
            <a:ext cx="4699000" cy="338554"/>
          </a:xfrm>
          <a:prstGeom prst="rect">
            <a:avLst/>
          </a:prstGeom>
          <a:noFill/>
        </p:spPr>
        <p:txBody>
          <a:bodyPr vert="horz" lIns="0" tIns="0" rtlCol="0">
            <a:spAutoFit/>
          </a:bodyPr>
          <a:lstStyle/>
          <a:p>
            <a:r>
              <a:rPr lang="en-PH" sz="1900" b="1">
                <a:solidFill>
                  <a:srgbClr val="101348"/>
                </a:solidFill>
                <a:latin typeface="Aptos" panose="020B0004020202020204" pitchFamily="34" charset="0"/>
              </a:rPr>
              <a:t>ACCOUNT LIFECYCLE</a:t>
            </a:r>
          </a:p>
        </p:txBody>
      </p:sp>
      <p:sp>
        <p:nvSpPr>
          <p:cNvPr id="13" name="Rectangle: Rounded Corners 12">
            <a:extLst>
              <a:ext uri="{FF2B5EF4-FFF2-40B4-BE49-F238E27FC236}">
                <a16:creationId xmlns:a16="http://schemas.microsoft.com/office/drawing/2014/main" id="{9CD3C0CE-E45F-1473-1E6E-47F76B3CC18C}"/>
              </a:ext>
            </a:extLst>
          </p:cNvPr>
          <p:cNvSpPr/>
          <p:nvPr/>
        </p:nvSpPr>
        <p:spPr>
          <a:xfrm>
            <a:off x="6540500" y="2463800"/>
            <a:ext cx="4864100" cy="723900"/>
          </a:xfrm>
          <a:prstGeom prst="roundRect">
            <a:avLst/>
          </a:prstGeom>
          <a:solidFill>
            <a:srgbClr val="FFFFFF"/>
          </a:solidFill>
          <a:ln>
            <a:solidFill>
              <a:srgbClr val="DCD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TextBox 19">
            <a:extLst>
              <a:ext uri="{FF2B5EF4-FFF2-40B4-BE49-F238E27FC236}">
                <a16:creationId xmlns:a16="http://schemas.microsoft.com/office/drawing/2014/main" id="{2C154FC0-F33E-4F45-29FD-9D90C26F44CD}"/>
              </a:ext>
            </a:extLst>
          </p:cNvPr>
          <p:cNvSpPr txBox="1"/>
          <p:nvPr/>
        </p:nvSpPr>
        <p:spPr>
          <a:xfrm>
            <a:off x="6718300" y="2565400"/>
            <a:ext cx="4445000" cy="230832"/>
          </a:xfrm>
          <a:prstGeom prst="rect">
            <a:avLst/>
          </a:prstGeom>
          <a:noFill/>
        </p:spPr>
        <p:txBody>
          <a:bodyPr vert="horz" lIns="0" tIns="0" rtlCol="0">
            <a:spAutoFit/>
          </a:bodyPr>
          <a:lstStyle/>
          <a:p>
            <a:r>
              <a:rPr lang="en-PH" sz="1200" b="1">
                <a:solidFill>
                  <a:srgbClr val="101348"/>
                </a:solidFill>
                <a:latin typeface="Aptos" panose="020B0004020202020204" pitchFamily="34" charset="0"/>
              </a:rPr>
              <a:t>1. STAFF REGISTERS</a:t>
            </a:r>
          </a:p>
        </p:txBody>
      </p:sp>
      <p:sp>
        <p:nvSpPr>
          <p:cNvPr id="21" name="TextBox 20">
            <a:extLst>
              <a:ext uri="{FF2B5EF4-FFF2-40B4-BE49-F238E27FC236}">
                <a16:creationId xmlns:a16="http://schemas.microsoft.com/office/drawing/2014/main" id="{356EA127-5550-1F7E-0886-9BC402285AC1}"/>
              </a:ext>
            </a:extLst>
          </p:cNvPr>
          <p:cNvSpPr txBox="1"/>
          <p:nvPr/>
        </p:nvSpPr>
        <p:spPr>
          <a:xfrm>
            <a:off x="6718300" y="2832100"/>
            <a:ext cx="4445000" cy="200055"/>
          </a:xfrm>
          <a:prstGeom prst="rect">
            <a:avLst/>
          </a:prstGeom>
          <a:noFill/>
        </p:spPr>
        <p:txBody>
          <a:bodyPr vert="horz" lIns="0" tIns="0" rtlCol="0">
            <a:spAutoFit/>
          </a:bodyPr>
          <a:lstStyle/>
          <a:p>
            <a:r>
              <a:rPr lang="en-US" sz="1000">
                <a:solidFill>
                  <a:srgbClr val="5B837B"/>
                </a:solidFill>
                <a:latin typeface="Aptos" panose="020B0004020202020204" pitchFamily="34" charset="0"/>
              </a:rPr>
              <a:t>Submits account details and selects a role.</a:t>
            </a:r>
            <a:endParaRPr lang="en-PH" sz="1000">
              <a:solidFill>
                <a:srgbClr val="5B837B"/>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6F51077B-A8C4-2445-8166-C288F9CFC21F}"/>
              </a:ext>
            </a:extLst>
          </p:cNvPr>
          <p:cNvSpPr/>
          <p:nvPr/>
        </p:nvSpPr>
        <p:spPr>
          <a:xfrm>
            <a:off x="6540500" y="3314700"/>
            <a:ext cx="4864100" cy="723900"/>
          </a:xfrm>
          <a:prstGeom prst="roundRect">
            <a:avLst/>
          </a:prstGeom>
          <a:solidFill>
            <a:srgbClr val="FFFFFF"/>
          </a:solidFill>
          <a:ln>
            <a:solidFill>
              <a:srgbClr val="DCD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3" name="TextBox 22">
            <a:extLst>
              <a:ext uri="{FF2B5EF4-FFF2-40B4-BE49-F238E27FC236}">
                <a16:creationId xmlns:a16="http://schemas.microsoft.com/office/drawing/2014/main" id="{AB05E675-4F8D-0FDD-2206-1376F5A3246F}"/>
              </a:ext>
            </a:extLst>
          </p:cNvPr>
          <p:cNvSpPr txBox="1"/>
          <p:nvPr/>
        </p:nvSpPr>
        <p:spPr>
          <a:xfrm>
            <a:off x="6718300" y="3416300"/>
            <a:ext cx="4445000" cy="230832"/>
          </a:xfrm>
          <a:prstGeom prst="rect">
            <a:avLst/>
          </a:prstGeom>
          <a:noFill/>
        </p:spPr>
        <p:txBody>
          <a:bodyPr vert="horz" lIns="0" tIns="0" rtlCol="0">
            <a:spAutoFit/>
          </a:bodyPr>
          <a:lstStyle/>
          <a:p>
            <a:r>
              <a:rPr lang="en-PH" sz="1200" b="1">
                <a:solidFill>
                  <a:srgbClr val="101348"/>
                </a:solidFill>
                <a:latin typeface="Aptos" panose="020B0004020202020204" pitchFamily="34" charset="0"/>
              </a:rPr>
              <a:t>2. ADMIN REVIEWS</a:t>
            </a:r>
          </a:p>
        </p:txBody>
      </p:sp>
      <p:sp>
        <p:nvSpPr>
          <p:cNvPr id="24" name="TextBox 23">
            <a:extLst>
              <a:ext uri="{FF2B5EF4-FFF2-40B4-BE49-F238E27FC236}">
                <a16:creationId xmlns:a16="http://schemas.microsoft.com/office/drawing/2014/main" id="{B1B4202C-2D0C-F6FF-BAD8-1C8901B6101F}"/>
              </a:ext>
            </a:extLst>
          </p:cNvPr>
          <p:cNvSpPr txBox="1"/>
          <p:nvPr/>
        </p:nvSpPr>
        <p:spPr>
          <a:xfrm>
            <a:off x="6718300" y="3683000"/>
            <a:ext cx="4445000" cy="200055"/>
          </a:xfrm>
          <a:prstGeom prst="rect">
            <a:avLst/>
          </a:prstGeom>
          <a:noFill/>
        </p:spPr>
        <p:txBody>
          <a:bodyPr vert="horz" lIns="0" tIns="0" rtlCol="0">
            <a:spAutoFit/>
          </a:bodyPr>
          <a:lstStyle/>
          <a:p>
            <a:r>
              <a:rPr lang="en-US" sz="1000">
                <a:solidFill>
                  <a:srgbClr val="5B837B"/>
                </a:solidFill>
                <a:latin typeface="Aptos" panose="020B0004020202020204" pitchFamily="34" charset="0"/>
              </a:rPr>
              <a:t>The account stays pending until approved.</a:t>
            </a:r>
            <a:endParaRPr lang="en-PH" sz="1000">
              <a:solidFill>
                <a:srgbClr val="5B837B"/>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0514D87C-B739-B03D-FE68-232C1FBCA945}"/>
              </a:ext>
            </a:extLst>
          </p:cNvPr>
          <p:cNvSpPr/>
          <p:nvPr/>
        </p:nvSpPr>
        <p:spPr>
          <a:xfrm>
            <a:off x="6540500" y="4165600"/>
            <a:ext cx="4864100" cy="723900"/>
          </a:xfrm>
          <a:prstGeom prst="roundRect">
            <a:avLst/>
          </a:prstGeom>
          <a:solidFill>
            <a:srgbClr val="FFFFFF"/>
          </a:solidFill>
          <a:ln>
            <a:solidFill>
              <a:srgbClr val="DCD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6" name="TextBox 25">
            <a:extLst>
              <a:ext uri="{FF2B5EF4-FFF2-40B4-BE49-F238E27FC236}">
                <a16:creationId xmlns:a16="http://schemas.microsoft.com/office/drawing/2014/main" id="{6A7FB0D5-0FA4-3A10-7DA3-A0401C66B7C5}"/>
              </a:ext>
            </a:extLst>
          </p:cNvPr>
          <p:cNvSpPr txBox="1"/>
          <p:nvPr/>
        </p:nvSpPr>
        <p:spPr>
          <a:xfrm>
            <a:off x="6718300" y="4267200"/>
            <a:ext cx="4445000" cy="230832"/>
          </a:xfrm>
          <a:prstGeom prst="rect">
            <a:avLst/>
          </a:prstGeom>
          <a:noFill/>
        </p:spPr>
        <p:txBody>
          <a:bodyPr vert="horz" lIns="0" tIns="0" rtlCol="0">
            <a:spAutoFit/>
          </a:bodyPr>
          <a:lstStyle/>
          <a:p>
            <a:r>
              <a:rPr lang="en-PH" sz="1200" b="1">
                <a:solidFill>
                  <a:srgbClr val="101348"/>
                </a:solidFill>
                <a:latin typeface="Aptos" panose="020B0004020202020204" pitchFamily="34" charset="0"/>
              </a:rPr>
              <a:t>3. USER SIGNS IN</a:t>
            </a:r>
          </a:p>
        </p:txBody>
      </p:sp>
      <p:sp>
        <p:nvSpPr>
          <p:cNvPr id="27" name="TextBox 26">
            <a:extLst>
              <a:ext uri="{FF2B5EF4-FFF2-40B4-BE49-F238E27FC236}">
                <a16:creationId xmlns:a16="http://schemas.microsoft.com/office/drawing/2014/main" id="{79244154-029B-4498-6725-174BA2D7085A}"/>
              </a:ext>
            </a:extLst>
          </p:cNvPr>
          <p:cNvSpPr txBox="1"/>
          <p:nvPr/>
        </p:nvSpPr>
        <p:spPr>
          <a:xfrm>
            <a:off x="6718300" y="4533900"/>
            <a:ext cx="4445000" cy="200055"/>
          </a:xfrm>
          <a:prstGeom prst="rect">
            <a:avLst/>
          </a:prstGeom>
          <a:noFill/>
        </p:spPr>
        <p:txBody>
          <a:bodyPr vert="horz" lIns="0" tIns="0" rtlCol="0">
            <a:spAutoFit/>
          </a:bodyPr>
          <a:lstStyle/>
          <a:p>
            <a:r>
              <a:rPr lang="en-US" sz="1000">
                <a:solidFill>
                  <a:srgbClr val="5B837B"/>
                </a:solidFill>
                <a:latin typeface="Aptos" panose="020B0004020202020204" pitchFamily="34" charset="0"/>
              </a:rPr>
              <a:t>After activation, the user sees pages allowed by their role.</a:t>
            </a:r>
            <a:endParaRPr lang="en-PH" sz="1000">
              <a:solidFill>
                <a:srgbClr val="5B837B"/>
              </a:solidFill>
              <a:latin typeface="Aptos" panose="020B0004020202020204" pitchFamily="34" charset="0"/>
            </a:endParaRPr>
          </a:p>
        </p:txBody>
      </p:sp>
      <p:sp>
        <p:nvSpPr>
          <p:cNvPr id="28" name="TextBox 27">
            <a:extLst>
              <a:ext uri="{FF2B5EF4-FFF2-40B4-BE49-F238E27FC236}">
                <a16:creationId xmlns:a16="http://schemas.microsoft.com/office/drawing/2014/main" id="{26C9A9F8-659F-1F73-C8E1-86D9C915F9E5}"/>
              </a:ext>
            </a:extLst>
          </p:cNvPr>
          <p:cNvSpPr txBox="1"/>
          <p:nvPr/>
        </p:nvSpPr>
        <p:spPr>
          <a:xfrm>
            <a:off x="6578600" y="5105400"/>
            <a:ext cx="4699000" cy="200055"/>
          </a:xfrm>
          <a:prstGeom prst="rect">
            <a:avLst/>
          </a:prstGeom>
          <a:noFill/>
        </p:spPr>
        <p:txBody>
          <a:bodyPr vert="horz" lIns="0" tIns="0" rtlCol="0">
            <a:spAutoFit/>
          </a:bodyPr>
          <a:lstStyle/>
          <a:p>
            <a:r>
              <a:rPr lang="en-US" sz="1000">
                <a:solidFill>
                  <a:srgbClr val="5B837B"/>
                </a:solidFill>
                <a:latin typeface="Aptos" panose="020B0004020202020204" pitchFamily="34" charset="0"/>
              </a:rPr>
              <a:t>ADMIN can later edit, deactivate, reactivate, or delete accounts.</a:t>
            </a:r>
            <a:endParaRPr lang="en-PH" sz="1000">
              <a:solidFill>
                <a:srgbClr val="5B837B"/>
              </a:solidFill>
              <a:latin typeface="Aptos" panose="020B0004020202020204" pitchFamily="34" charset="0"/>
            </a:endParaRPr>
          </a:p>
        </p:txBody>
      </p:sp>
    </p:spTree>
    <p:extLst>
      <p:ext uri="{BB962C8B-B14F-4D97-AF65-F5344CB8AC3E}">
        <p14:creationId xmlns:p14="http://schemas.microsoft.com/office/powerpoint/2010/main" val="1364985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079D5C-A01A-8F40-63F6-FC86FD4D4F57}"/>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19894766-0CD5-EB5D-FE14-CF85D2C2795F}"/>
              </a:ext>
            </a:extLst>
          </p:cNvPr>
          <p:cNvSpPr txBox="1"/>
          <p:nvPr/>
        </p:nvSpPr>
        <p:spPr>
          <a:xfrm>
            <a:off x="457200" y="190500"/>
            <a:ext cx="10287000" cy="384721"/>
          </a:xfrm>
          <a:prstGeom prst="rect">
            <a:avLst/>
          </a:prstGeom>
          <a:noFill/>
        </p:spPr>
        <p:txBody>
          <a:bodyPr vert="horz" wrap="square" lIns="0" tIns="0" rIns="0" bIns="0" rtlCol="0">
            <a:spAutoFit/>
          </a:bodyPr>
          <a:lstStyle/>
          <a:p>
            <a:r>
              <a:rPr lang="en-US" sz="2500" b="1">
                <a:solidFill>
                  <a:srgbClr val="FFFFFF"/>
                </a:solidFill>
                <a:latin typeface="Aptos" panose="020B0004020202020204" pitchFamily="34" charset="0"/>
              </a:rPr>
              <a:t>Actual System: All Documents and Roles</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176F8C63-9EC7-D8F2-603D-A6FF6C4E87D4}"/>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Document overview and administrator-configured page permissions.</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D881095C-FA11-18A9-EC98-817BFA3D5E2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9093DB98-147A-B6AF-1E8B-ACE5254C5CC6}"/>
              </a:ext>
            </a:extLst>
          </p:cNvPr>
          <p:cNvSpPr/>
          <p:nvPr/>
        </p:nvSpPr>
        <p:spPr>
          <a:xfrm>
            <a:off x="4318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3506A43C-FD2F-8DAE-0176-956CEF42E26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511300"/>
            <a:ext cx="5473700" cy="3746500"/>
          </a:xfrm>
          <a:prstGeom prst="rect">
            <a:avLst/>
          </a:prstGeom>
        </p:spPr>
      </p:pic>
      <p:sp>
        <p:nvSpPr>
          <p:cNvPr id="10" name="TextBox 9">
            <a:extLst>
              <a:ext uri="{FF2B5EF4-FFF2-40B4-BE49-F238E27FC236}">
                <a16:creationId xmlns:a16="http://schemas.microsoft.com/office/drawing/2014/main" id="{7DE79B94-19FD-B04F-CF36-C95485113407}"/>
              </a:ext>
            </a:extLst>
          </p:cNvPr>
          <p:cNvSpPr txBox="1"/>
          <p:nvPr/>
        </p:nvSpPr>
        <p:spPr>
          <a:xfrm>
            <a:off x="5715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ALL DOCUMENTS</a:t>
            </a:r>
          </a:p>
        </p:txBody>
      </p:sp>
      <p:sp>
        <p:nvSpPr>
          <p:cNvPr id="11" name="TextBox 10">
            <a:extLst>
              <a:ext uri="{FF2B5EF4-FFF2-40B4-BE49-F238E27FC236}">
                <a16:creationId xmlns:a16="http://schemas.microsoft.com/office/drawing/2014/main" id="{AAB5F357-D8F0-081D-1527-B68070E01A08}"/>
              </a:ext>
            </a:extLst>
          </p:cNvPr>
          <p:cNvSpPr txBox="1"/>
          <p:nvPr/>
        </p:nvSpPr>
        <p:spPr>
          <a:xfrm>
            <a:off x="5715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Search the authorized document list and review its current status.</a:t>
            </a:r>
            <a:endParaRPr lang="en-PH" sz="1000">
              <a:solidFill>
                <a:srgbClr val="5B697B"/>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B7C923F3-408B-4B55-9429-271FCD6C1A9C}"/>
              </a:ext>
            </a:extLst>
          </p:cNvPr>
          <p:cNvSpPr/>
          <p:nvPr/>
        </p:nvSpPr>
        <p:spPr>
          <a:xfrm>
            <a:off x="61849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Picture 13">
            <a:extLst>
              <a:ext uri="{FF2B5EF4-FFF2-40B4-BE49-F238E27FC236}">
                <a16:creationId xmlns:a16="http://schemas.microsoft.com/office/drawing/2014/main" id="{9A8D8EB7-FE8D-7F31-7447-8F8B5025E01D}"/>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35700" y="1511300"/>
            <a:ext cx="5473700" cy="3746500"/>
          </a:xfrm>
          <a:prstGeom prst="rect">
            <a:avLst/>
          </a:prstGeom>
        </p:spPr>
      </p:pic>
      <p:sp>
        <p:nvSpPr>
          <p:cNvPr id="15" name="TextBox 14">
            <a:extLst>
              <a:ext uri="{FF2B5EF4-FFF2-40B4-BE49-F238E27FC236}">
                <a16:creationId xmlns:a16="http://schemas.microsoft.com/office/drawing/2014/main" id="{8FFE20E3-0644-7097-3EDF-F372F5A6C6C3}"/>
              </a:ext>
            </a:extLst>
          </p:cNvPr>
          <p:cNvSpPr txBox="1"/>
          <p:nvPr/>
        </p:nvSpPr>
        <p:spPr>
          <a:xfrm>
            <a:off x="63246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ROLE MANAGEMENT</a:t>
            </a:r>
          </a:p>
        </p:txBody>
      </p:sp>
      <p:sp>
        <p:nvSpPr>
          <p:cNvPr id="16" name="TextBox 15">
            <a:extLst>
              <a:ext uri="{FF2B5EF4-FFF2-40B4-BE49-F238E27FC236}">
                <a16:creationId xmlns:a16="http://schemas.microsoft.com/office/drawing/2014/main" id="{D3006736-88BA-0A35-16E0-E258CEC74DAB}"/>
              </a:ext>
            </a:extLst>
          </p:cNvPr>
          <p:cNvSpPr txBox="1"/>
          <p:nvPr/>
        </p:nvSpPr>
        <p:spPr>
          <a:xfrm>
            <a:off x="63246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Set which system pages each role can access.</a:t>
            </a:r>
            <a:endParaRPr lang="en-PH" sz="1000">
              <a:solidFill>
                <a:srgbClr val="5B697B"/>
              </a:solidFill>
              <a:latin typeface="Aptos" panose="020B0004020202020204" pitchFamily="34" charset="0"/>
            </a:endParaRPr>
          </a:p>
        </p:txBody>
      </p:sp>
      <p:sp>
        <p:nvSpPr>
          <p:cNvPr id="17" name="Rectangle 16">
            <a:extLst>
              <a:ext uri="{FF2B5EF4-FFF2-40B4-BE49-F238E27FC236}">
                <a16:creationId xmlns:a16="http://schemas.microsoft.com/office/drawing/2014/main" id="{747CCB6A-873F-BF63-37E7-CC5F6564493E}"/>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C309962E-B128-6B23-9DF7-35B0B78F29A8}"/>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697B"/>
                </a:solidFill>
                <a:latin typeface="Aptos" panose="020B0004020202020204" pitchFamily="34" charset="0"/>
              </a:rPr>
              <a:t>CLO DOCUMENT TRACKING SYSTEM  |  ACTUAL SYSTEM SCREENSHOTS</a:t>
            </a:r>
            <a:endParaRPr lang="en-PH" sz="800">
              <a:solidFill>
                <a:srgbClr val="5B697B"/>
              </a:solidFill>
              <a:latin typeface="Aptos" panose="020B0004020202020204" pitchFamily="34" charset="0"/>
            </a:endParaRPr>
          </a:p>
        </p:txBody>
      </p:sp>
      <p:sp>
        <p:nvSpPr>
          <p:cNvPr id="19" name="TextBox 18">
            <a:extLst>
              <a:ext uri="{FF2B5EF4-FFF2-40B4-BE49-F238E27FC236}">
                <a16:creationId xmlns:a16="http://schemas.microsoft.com/office/drawing/2014/main" id="{1458155E-1692-FDE1-1328-6DFA56E99EA5}"/>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697B"/>
                </a:solidFill>
                <a:latin typeface="Aptos" panose="020B0004020202020204" pitchFamily="34" charset="0"/>
              </a:rPr>
              <a:t>18</a:t>
            </a:r>
          </a:p>
        </p:txBody>
      </p:sp>
    </p:spTree>
    <p:extLst>
      <p:ext uri="{BB962C8B-B14F-4D97-AF65-F5344CB8AC3E}">
        <p14:creationId xmlns:p14="http://schemas.microsoft.com/office/powerpoint/2010/main" val="2351354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E197BD-8888-BA56-B425-C12772AA4962}"/>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8C738BBD-5CBB-4514-2404-117A4EB0C07F}"/>
              </a:ext>
            </a:extLst>
          </p:cNvPr>
          <p:cNvSpPr txBox="1"/>
          <p:nvPr/>
        </p:nvSpPr>
        <p:spPr>
          <a:xfrm>
            <a:off x="457200" y="190500"/>
            <a:ext cx="10287000" cy="384721"/>
          </a:xfrm>
          <a:prstGeom prst="rect">
            <a:avLst/>
          </a:prstGeom>
          <a:noFill/>
        </p:spPr>
        <p:txBody>
          <a:bodyPr vert="horz" wrap="square" lIns="0" tIns="0" rIns="0" bIns="0" rtlCol="0">
            <a:spAutoFit/>
          </a:bodyPr>
          <a:lstStyle/>
          <a:p>
            <a:r>
              <a:rPr lang="en-US" sz="2500" b="1">
                <a:solidFill>
                  <a:srgbClr val="FFFFFF"/>
                </a:solidFill>
                <a:latin typeface="Aptos" panose="020B0004020202020204" pitchFamily="34" charset="0"/>
              </a:rPr>
              <a:t>Actual System: Document Types and Departments</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4D3CB2AF-4B0F-FB64-3B3B-2D1A5C1013E1}"/>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Configuration screens for office units and document categories.</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2902D042-FD36-488D-F648-5FD678CB6DD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35D06379-E5B5-9353-5F52-101447C34D71}"/>
              </a:ext>
            </a:extLst>
          </p:cNvPr>
          <p:cNvSpPr/>
          <p:nvPr/>
        </p:nvSpPr>
        <p:spPr>
          <a:xfrm>
            <a:off x="4318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65392951-4901-53EE-F394-18FBB351D88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511300"/>
            <a:ext cx="5473700" cy="3746500"/>
          </a:xfrm>
          <a:prstGeom prst="rect">
            <a:avLst/>
          </a:prstGeom>
        </p:spPr>
      </p:pic>
      <p:sp>
        <p:nvSpPr>
          <p:cNvPr id="10" name="TextBox 9">
            <a:extLst>
              <a:ext uri="{FF2B5EF4-FFF2-40B4-BE49-F238E27FC236}">
                <a16:creationId xmlns:a16="http://schemas.microsoft.com/office/drawing/2014/main" id="{3C3ACDD7-FCC5-19F2-0E2B-ECCA9C765175}"/>
              </a:ext>
            </a:extLst>
          </p:cNvPr>
          <p:cNvSpPr txBox="1"/>
          <p:nvPr/>
        </p:nvSpPr>
        <p:spPr>
          <a:xfrm>
            <a:off x="5715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DOCUMENT TYPES</a:t>
            </a:r>
          </a:p>
        </p:txBody>
      </p:sp>
      <p:sp>
        <p:nvSpPr>
          <p:cNvPr id="11" name="TextBox 10">
            <a:extLst>
              <a:ext uri="{FF2B5EF4-FFF2-40B4-BE49-F238E27FC236}">
                <a16:creationId xmlns:a16="http://schemas.microsoft.com/office/drawing/2014/main" id="{22EDFE9E-9F1E-FE7D-C083-98BFBCE70361}"/>
              </a:ext>
            </a:extLst>
          </p:cNvPr>
          <p:cNvSpPr txBox="1"/>
          <p:nvPr/>
        </p:nvSpPr>
        <p:spPr>
          <a:xfrm>
            <a:off x="571500" y="5689600"/>
            <a:ext cx="5257800" cy="153888"/>
          </a:xfrm>
          <a:prstGeom prst="rect">
            <a:avLst/>
          </a:prstGeom>
          <a:noFill/>
        </p:spPr>
        <p:txBody>
          <a:bodyPr vert="horz" wrap="square" lIns="0" tIns="0" rIns="0" bIns="0" rtlCol="0">
            <a:spAutoFit/>
          </a:bodyPr>
          <a:lstStyle/>
          <a:p>
            <a:pPr algn="ctr"/>
            <a:r>
              <a:rPr lang="en-PH" sz="1000">
                <a:solidFill>
                  <a:srgbClr val="5B697B"/>
                </a:solidFill>
                <a:latin typeface="Aptos" panose="020B0004020202020204" pitchFamily="34" charset="0"/>
              </a:rPr>
              <a:t>Maintain document categories and retention settings.</a:t>
            </a:r>
          </a:p>
        </p:txBody>
      </p:sp>
      <p:sp>
        <p:nvSpPr>
          <p:cNvPr id="12" name="Rectangle: Rounded Corners 11">
            <a:extLst>
              <a:ext uri="{FF2B5EF4-FFF2-40B4-BE49-F238E27FC236}">
                <a16:creationId xmlns:a16="http://schemas.microsoft.com/office/drawing/2014/main" id="{DE2618E0-8779-410B-C432-2D4AD936D095}"/>
              </a:ext>
            </a:extLst>
          </p:cNvPr>
          <p:cNvSpPr/>
          <p:nvPr/>
        </p:nvSpPr>
        <p:spPr>
          <a:xfrm>
            <a:off x="61849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Picture 13">
            <a:extLst>
              <a:ext uri="{FF2B5EF4-FFF2-40B4-BE49-F238E27FC236}">
                <a16:creationId xmlns:a16="http://schemas.microsoft.com/office/drawing/2014/main" id="{BA28BF01-7DFC-EACC-8AC4-2FB4D5A6099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35700" y="1511300"/>
            <a:ext cx="5473700" cy="3746500"/>
          </a:xfrm>
          <a:prstGeom prst="rect">
            <a:avLst/>
          </a:prstGeom>
        </p:spPr>
      </p:pic>
      <p:sp>
        <p:nvSpPr>
          <p:cNvPr id="15" name="TextBox 14">
            <a:extLst>
              <a:ext uri="{FF2B5EF4-FFF2-40B4-BE49-F238E27FC236}">
                <a16:creationId xmlns:a16="http://schemas.microsoft.com/office/drawing/2014/main" id="{D44C69F5-8BCD-85F1-7164-135392B62EC6}"/>
              </a:ext>
            </a:extLst>
          </p:cNvPr>
          <p:cNvSpPr txBox="1"/>
          <p:nvPr/>
        </p:nvSpPr>
        <p:spPr>
          <a:xfrm>
            <a:off x="63246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DEPARTMENT MANAGEMENT</a:t>
            </a:r>
          </a:p>
        </p:txBody>
      </p:sp>
      <p:sp>
        <p:nvSpPr>
          <p:cNvPr id="16" name="TextBox 15">
            <a:extLst>
              <a:ext uri="{FF2B5EF4-FFF2-40B4-BE49-F238E27FC236}">
                <a16:creationId xmlns:a16="http://schemas.microsoft.com/office/drawing/2014/main" id="{4DEF179A-2C1B-143F-8B77-E65072818F76}"/>
              </a:ext>
            </a:extLst>
          </p:cNvPr>
          <p:cNvSpPr txBox="1"/>
          <p:nvPr/>
        </p:nvSpPr>
        <p:spPr>
          <a:xfrm>
            <a:off x="63246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Maintain offices, divisions, staff, and department status.</a:t>
            </a:r>
            <a:endParaRPr lang="en-PH" sz="1000">
              <a:solidFill>
                <a:srgbClr val="5B697B"/>
              </a:solidFill>
              <a:latin typeface="Aptos" panose="020B0004020202020204" pitchFamily="34" charset="0"/>
            </a:endParaRPr>
          </a:p>
        </p:txBody>
      </p:sp>
      <p:sp>
        <p:nvSpPr>
          <p:cNvPr id="17" name="Rectangle 16">
            <a:extLst>
              <a:ext uri="{FF2B5EF4-FFF2-40B4-BE49-F238E27FC236}">
                <a16:creationId xmlns:a16="http://schemas.microsoft.com/office/drawing/2014/main" id="{DC40F824-9BE6-1B05-7413-71A8272A172F}"/>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91FCEE49-7655-722A-8BE0-433A58594BCD}"/>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697B"/>
                </a:solidFill>
                <a:latin typeface="Aptos" panose="020B0004020202020204" pitchFamily="34" charset="0"/>
              </a:rPr>
              <a:t>CLO DOCUMENT TRACKING SYSTEM  |  ACTUAL SYSTEM SCREENSHOTS</a:t>
            </a:r>
            <a:endParaRPr lang="en-PH" sz="800">
              <a:solidFill>
                <a:srgbClr val="5B697B"/>
              </a:solidFill>
              <a:latin typeface="Aptos" panose="020B0004020202020204" pitchFamily="34" charset="0"/>
            </a:endParaRPr>
          </a:p>
        </p:txBody>
      </p:sp>
      <p:sp>
        <p:nvSpPr>
          <p:cNvPr id="19" name="TextBox 18">
            <a:extLst>
              <a:ext uri="{FF2B5EF4-FFF2-40B4-BE49-F238E27FC236}">
                <a16:creationId xmlns:a16="http://schemas.microsoft.com/office/drawing/2014/main" id="{4ECDBFE8-280F-D892-DE8E-EF165BB47FE0}"/>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697B"/>
                </a:solidFill>
                <a:latin typeface="Aptos" panose="020B0004020202020204" pitchFamily="34" charset="0"/>
              </a:rPr>
              <a:t>19</a:t>
            </a:r>
          </a:p>
        </p:txBody>
      </p:sp>
    </p:spTree>
    <p:extLst>
      <p:ext uri="{BB962C8B-B14F-4D97-AF65-F5344CB8AC3E}">
        <p14:creationId xmlns:p14="http://schemas.microsoft.com/office/powerpoint/2010/main" val="412440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75D3A0-997A-E2C0-CF5F-153D8CCFB2A8}"/>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9995D5DA-DC17-9607-6363-BF7BFDDAEDB3}"/>
              </a:ext>
            </a:extLst>
          </p:cNvPr>
          <p:cNvSpPr txBox="1"/>
          <p:nvPr/>
        </p:nvSpPr>
        <p:spPr>
          <a:xfrm>
            <a:off x="457200" y="190500"/>
            <a:ext cx="10287000" cy="384721"/>
          </a:xfrm>
          <a:prstGeom prst="rect">
            <a:avLst/>
          </a:prstGeom>
          <a:noFill/>
        </p:spPr>
        <p:txBody>
          <a:bodyPr vert="horz" wrap="square" lIns="0" tIns="0" rIns="0" bIns="0" rtlCol="0">
            <a:spAutoFit/>
          </a:bodyPr>
          <a:lstStyle/>
          <a:p>
            <a:r>
              <a:rPr lang="en-US" sz="2500" b="1">
                <a:solidFill>
                  <a:srgbClr val="FFFFFF"/>
                </a:solidFill>
                <a:latin typeface="Aptos" panose="020B0004020202020204" pitchFamily="34" charset="0"/>
              </a:rPr>
              <a:t>Actual System: Audit and Settings</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BC522B7B-D12D-CDF7-5F88-4FFB79E99812}"/>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Administration and system-wide monitoring screens.</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C50CFB94-69A8-C0D7-5993-887ECD64100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791AC32F-2D9A-4EFD-F362-867C87374DE7}"/>
              </a:ext>
            </a:extLst>
          </p:cNvPr>
          <p:cNvSpPr/>
          <p:nvPr/>
        </p:nvSpPr>
        <p:spPr>
          <a:xfrm>
            <a:off x="4318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7B38A8F1-09A9-EA2B-53A5-9D9B2768B3B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511300"/>
            <a:ext cx="5473700" cy="3746500"/>
          </a:xfrm>
          <a:prstGeom prst="rect">
            <a:avLst/>
          </a:prstGeom>
        </p:spPr>
      </p:pic>
      <p:sp>
        <p:nvSpPr>
          <p:cNvPr id="10" name="TextBox 9">
            <a:extLst>
              <a:ext uri="{FF2B5EF4-FFF2-40B4-BE49-F238E27FC236}">
                <a16:creationId xmlns:a16="http://schemas.microsoft.com/office/drawing/2014/main" id="{4ED134A8-C4F5-DE8C-BED1-DF61AC3C35DA}"/>
              </a:ext>
            </a:extLst>
          </p:cNvPr>
          <p:cNvSpPr txBox="1"/>
          <p:nvPr/>
        </p:nvSpPr>
        <p:spPr>
          <a:xfrm>
            <a:off x="5715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AUDIT TRAIL</a:t>
            </a:r>
          </a:p>
        </p:txBody>
      </p:sp>
      <p:sp>
        <p:nvSpPr>
          <p:cNvPr id="11" name="TextBox 10">
            <a:extLst>
              <a:ext uri="{FF2B5EF4-FFF2-40B4-BE49-F238E27FC236}">
                <a16:creationId xmlns:a16="http://schemas.microsoft.com/office/drawing/2014/main" id="{B039FB25-5CFC-12C1-2335-E779D537FBA6}"/>
              </a:ext>
            </a:extLst>
          </p:cNvPr>
          <p:cNvSpPr txBox="1"/>
          <p:nvPr/>
        </p:nvSpPr>
        <p:spPr>
          <a:xfrm>
            <a:off x="5715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Filter recorded user, document, and routing activities.</a:t>
            </a:r>
            <a:endParaRPr lang="en-PH" sz="1000">
              <a:solidFill>
                <a:srgbClr val="5B697B"/>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1EC6895D-3926-EA60-98B4-FF799C0D05D7}"/>
              </a:ext>
            </a:extLst>
          </p:cNvPr>
          <p:cNvSpPr/>
          <p:nvPr/>
        </p:nvSpPr>
        <p:spPr>
          <a:xfrm>
            <a:off x="61849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Picture 13">
            <a:extLst>
              <a:ext uri="{FF2B5EF4-FFF2-40B4-BE49-F238E27FC236}">
                <a16:creationId xmlns:a16="http://schemas.microsoft.com/office/drawing/2014/main" id="{9355416D-FADA-A375-B434-60129104AC0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35700" y="1511300"/>
            <a:ext cx="5473700" cy="3746500"/>
          </a:xfrm>
          <a:prstGeom prst="rect">
            <a:avLst/>
          </a:prstGeom>
        </p:spPr>
      </p:pic>
      <p:sp>
        <p:nvSpPr>
          <p:cNvPr id="15" name="TextBox 14">
            <a:extLst>
              <a:ext uri="{FF2B5EF4-FFF2-40B4-BE49-F238E27FC236}">
                <a16:creationId xmlns:a16="http://schemas.microsoft.com/office/drawing/2014/main" id="{6F463F98-E6A8-1180-A3AB-F4CB16DF3D78}"/>
              </a:ext>
            </a:extLst>
          </p:cNvPr>
          <p:cNvSpPr txBox="1"/>
          <p:nvPr/>
        </p:nvSpPr>
        <p:spPr>
          <a:xfrm>
            <a:off x="63246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SYSTEM SETTINGS</a:t>
            </a:r>
          </a:p>
        </p:txBody>
      </p:sp>
      <p:sp>
        <p:nvSpPr>
          <p:cNvPr id="16" name="TextBox 15">
            <a:extLst>
              <a:ext uri="{FF2B5EF4-FFF2-40B4-BE49-F238E27FC236}">
                <a16:creationId xmlns:a16="http://schemas.microsoft.com/office/drawing/2014/main" id="{B54FACE4-86DE-7067-1E48-A1F7B515A173}"/>
              </a:ext>
            </a:extLst>
          </p:cNvPr>
          <p:cNvSpPr txBox="1"/>
          <p:nvPr/>
        </p:nvSpPr>
        <p:spPr>
          <a:xfrm>
            <a:off x="6324600" y="5689600"/>
            <a:ext cx="5257800" cy="153888"/>
          </a:xfrm>
          <a:prstGeom prst="rect">
            <a:avLst/>
          </a:prstGeom>
          <a:noFill/>
        </p:spPr>
        <p:txBody>
          <a:bodyPr vert="horz" wrap="square" lIns="0" tIns="0" rIns="0" bIns="0" rtlCol="0">
            <a:spAutoFit/>
          </a:bodyPr>
          <a:lstStyle/>
          <a:p>
            <a:pPr algn="ctr"/>
            <a:r>
              <a:rPr lang="en-PH" sz="1000">
                <a:solidFill>
                  <a:srgbClr val="5B697B"/>
                </a:solidFill>
                <a:latin typeface="Aptos" panose="020B0004020202020204" pitchFamily="34" charset="0"/>
              </a:rPr>
              <a:t>Manage office information, branding, and system identity.</a:t>
            </a:r>
          </a:p>
        </p:txBody>
      </p:sp>
      <p:sp>
        <p:nvSpPr>
          <p:cNvPr id="17" name="Rectangle 16">
            <a:extLst>
              <a:ext uri="{FF2B5EF4-FFF2-40B4-BE49-F238E27FC236}">
                <a16:creationId xmlns:a16="http://schemas.microsoft.com/office/drawing/2014/main" id="{12F5843B-88E0-1345-C7BC-67A9B7F8A3AC}"/>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838212C0-E05B-62F5-424A-C3B0333381EB}"/>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697B"/>
                </a:solidFill>
                <a:latin typeface="Aptos" panose="020B0004020202020204" pitchFamily="34" charset="0"/>
              </a:rPr>
              <a:t>CLO DOCUMENT TRACKING SYSTEM  |  ACTUAL SYSTEM SCREENSHOTS</a:t>
            </a:r>
            <a:endParaRPr lang="en-PH" sz="800">
              <a:solidFill>
                <a:srgbClr val="5B697B"/>
              </a:solidFill>
              <a:latin typeface="Aptos" panose="020B0004020202020204" pitchFamily="34" charset="0"/>
            </a:endParaRPr>
          </a:p>
        </p:txBody>
      </p:sp>
      <p:sp>
        <p:nvSpPr>
          <p:cNvPr id="19" name="TextBox 18">
            <a:extLst>
              <a:ext uri="{FF2B5EF4-FFF2-40B4-BE49-F238E27FC236}">
                <a16:creationId xmlns:a16="http://schemas.microsoft.com/office/drawing/2014/main" id="{9660B880-9C5F-C3D0-7873-B4A046593E49}"/>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697B"/>
                </a:solidFill>
                <a:latin typeface="Aptos" panose="020B0004020202020204" pitchFamily="34" charset="0"/>
              </a:rPr>
              <a:t>20</a:t>
            </a:r>
          </a:p>
        </p:txBody>
      </p:sp>
    </p:spTree>
    <p:extLst>
      <p:ext uri="{BB962C8B-B14F-4D97-AF65-F5344CB8AC3E}">
        <p14:creationId xmlns:p14="http://schemas.microsoft.com/office/powerpoint/2010/main" val="2555696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6AAA85-9B79-FF17-2D6C-469F660A43E2}"/>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2922809E-B875-8F02-B21C-458B38165FF9}"/>
              </a:ext>
            </a:extLst>
          </p:cNvPr>
          <p:cNvSpPr txBox="1"/>
          <p:nvPr/>
        </p:nvSpPr>
        <p:spPr>
          <a:xfrm>
            <a:off x="457200" y="190500"/>
            <a:ext cx="10287000" cy="384721"/>
          </a:xfrm>
          <a:prstGeom prst="rect">
            <a:avLst/>
          </a:prstGeom>
          <a:noFill/>
        </p:spPr>
        <p:txBody>
          <a:bodyPr vert="horz" wrap="square" lIns="0" tIns="0" rIns="0" bIns="0" rtlCol="0">
            <a:spAutoFit/>
          </a:bodyPr>
          <a:lstStyle/>
          <a:p>
            <a:r>
              <a:rPr lang="en-US" sz="2500" b="1">
                <a:solidFill>
                  <a:srgbClr val="FFFFFF"/>
                </a:solidFill>
                <a:latin typeface="Aptos" panose="020B0004020202020204" pitchFamily="34" charset="0"/>
              </a:rPr>
              <a:t>Actual System: Profile and Password Recovery</a:t>
            </a:r>
            <a:endParaRPr lang="en-PH" sz="2500" b="1">
              <a:solidFill>
                <a:srgbClr val="FFFFFF"/>
              </a:solidFill>
              <a:latin typeface="Aptos" panose="020B0004020202020204" pitchFamily="34" charset="0"/>
            </a:endParaRPr>
          </a:p>
        </p:txBody>
      </p:sp>
      <p:sp>
        <p:nvSpPr>
          <p:cNvPr id="4" name="TextBox 3">
            <a:extLst>
              <a:ext uri="{FF2B5EF4-FFF2-40B4-BE49-F238E27FC236}">
                <a16:creationId xmlns:a16="http://schemas.microsoft.com/office/drawing/2014/main" id="{8DEE2CBC-D4CB-ADE9-9206-A3C795A08BB4}"/>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User self-service pages for profile maintenance and account recovery.</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45688F98-ACBF-E578-C247-FBF251F865A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0C73ED49-ABD8-96F6-2D33-5DCCD9C9ACF2}"/>
              </a:ext>
            </a:extLst>
          </p:cNvPr>
          <p:cNvSpPr/>
          <p:nvPr/>
        </p:nvSpPr>
        <p:spPr>
          <a:xfrm>
            <a:off x="4318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D382166C-D6F9-BFD4-49D7-5F23B9086BB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511300"/>
            <a:ext cx="5473700" cy="3746500"/>
          </a:xfrm>
          <a:prstGeom prst="rect">
            <a:avLst/>
          </a:prstGeom>
        </p:spPr>
      </p:pic>
      <p:sp>
        <p:nvSpPr>
          <p:cNvPr id="10" name="TextBox 9">
            <a:extLst>
              <a:ext uri="{FF2B5EF4-FFF2-40B4-BE49-F238E27FC236}">
                <a16:creationId xmlns:a16="http://schemas.microsoft.com/office/drawing/2014/main" id="{F5FEAB16-706B-784E-D434-60E549AEB5BF}"/>
              </a:ext>
            </a:extLst>
          </p:cNvPr>
          <p:cNvSpPr txBox="1"/>
          <p:nvPr/>
        </p:nvSpPr>
        <p:spPr>
          <a:xfrm>
            <a:off x="5715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MY PROFILE</a:t>
            </a:r>
          </a:p>
        </p:txBody>
      </p:sp>
      <p:sp>
        <p:nvSpPr>
          <p:cNvPr id="11" name="TextBox 10">
            <a:extLst>
              <a:ext uri="{FF2B5EF4-FFF2-40B4-BE49-F238E27FC236}">
                <a16:creationId xmlns:a16="http://schemas.microsoft.com/office/drawing/2014/main" id="{16B01E91-CF74-B395-09FA-08C11AF9492F}"/>
              </a:ext>
            </a:extLst>
          </p:cNvPr>
          <p:cNvSpPr txBox="1"/>
          <p:nvPr/>
        </p:nvSpPr>
        <p:spPr>
          <a:xfrm>
            <a:off x="5715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Manage profile, recovery answers, and account information. Personal values are obscured.</a:t>
            </a:r>
            <a:endParaRPr lang="en-PH" sz="1000">
              <a:solidFill>
                <a:srgbClr val="5B697B"/>
              </a:solidFill>
              <a:latin typeface="Aptos" panose="020B0004020202020204" pitchFamily="34" charset="0"/>
            </a:endParaRPr>
          </a:p>
        </p:txBody>
      </p:sp>
      <p:sp>
        <p:nvSpPr>
          <p:cNvPr id="12" name="Rectangle: Rounded Corners 11">
            <a:extLst>
              <a:ext uri="{FF2B5EF4-FFF2-40B4-BE49-F238E27FC236}">
                <a16:creationId xmlns:a16="http://schemas.microsoft.com/office/drawing/2014/main" id="{721C5CA7-DDDD-01F3-B530-8D8426ADFF28}"/>
              </a:ext>
            </a:extLst>
          </p:cNvPr>
          <p:cNvSpPr/>
          <p:nvPr/>
        </p:nvSpPr>
        <p:spPr>
          <a:xfrm>
            <a:off x="6184900" y="1460500"/>
            <a:ext cx="5575300" cy="3848100"/>
          </a:xfrm>
          <a:prstGeom prst="roundRect">
            <a:avLst/>
          </a:prstGeom>
          <a:solidFill>
            <a:srgbClr val="FFFFFF"/>
          </a:solidFill>
          <a:ln w="12700">
            <a:solidFill>
              <a:srgbClr val="DBE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Picture 13">
            <a:extLst>
              <a:ext uri="{FF2B5EF4-FFF2-40B4-BE49-F238E27FC236}">
                <a16:creationId xmlns:a16="http://schemas.microsoft.com/office/drawing/2014/main" id="{4EDE5429-889A-A35F-AA79-BC212C253FCD}"/>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235700" y="1511300"/>
            <a:ext cx="5473700" cy="3746500"/>
          </a:xfrm>
          <a:prstGeom prst="rect">
            <a:avLst/>
          </a:prstGeom>
        </p:spPr>
      </p:pic>
      <p:sp>
        <p:nvSpPr>
          <p:cNvPr id="15" name="TextBox 14">
            <a:extLst>
              <a:ext uri="{FF2B5EF4-FFF2-40B4-BE49-F238E27FC236}">
                <a16:creationId xmlns:a16="http://schemas.microsoft.com/office/drawing/2014/main" id="{DC6E8954-E628-D297-CCC6-D977268E5638}"/>
              </a:ext>
            </a:extLst>
          </p:cNvPr>
          <p:cNvSpPr txBox="1"/>
          <p:nvPr/>
        </p:nvSpPr>
        <p:spPr>
          <a:xfrm>
            <a:off x="6324600" y="5410200"/>
            <a:ext cx="5257800" cy="184666"/>
          </a:xfrm>
          <a:prstGeom prst="rect">
            <a:avLst/>
          </a:prstGeom>
          <a:noFill/>
        </p:spPr>
        <p:txBody>
          <a:bodyPr vert="horz" wrap="square" lIns="0" tIns="0" rIns="0" bIns="0" rtlCol="0">
            <a:spAutoFit/>
          </a:bodyPr>
          <a:lstStyle/>
          <a:p>
            <a:pPr algn="ctr"/>
            <a:r>
              <a:rPr lang="en-PH" sz="1200" b="1">
                <a:solidFill>
                  <a:srgbClr val="101348"/>
                </a:solidFill>
                <a:latin typeface="Aptos" panose="020B0004020202020204" pitchFamily="34" charset="0"/>
              </a:rPr>
              <a:t>FORGOT PASSWORD</a:t>
            </a:r>
          </a:p>
        </p:txBody>
      </p:sp>
      <p:sp>
        <p:nvSpPr>
          <p:cNvPr id="16" name="TextBox 15">
            <a:extLst>
              <a:ext uri="{FF2B5EF4-FFF2-40B4-BE49-F238E27FC236}">
                <a16:creationId xmlns:a16="http://schemas.microsoft.com/office/drawing/2014/main" id="{5D631F1E-629E-9756-12AD-D50C2C276EC1}"/>
              </a:ext>
            </a:extLst>
          </p:cNvPr>
          <p:cNvSpPr txBox="1"/>
          <p:nvPr/>
        </p:nvSpPr>
        <p:spPr>
          <a:xfrm>
            <a:off x="6324600" y="5689600"/>
            <a:ext cx="5257800" cy="153888"/>
          </a:xfrm>
          <a:prstGeom prst="rect">
            <a:avLst/>
          </a:prstGeom>
          <a:noFill/>
        </p:spPr>
        <p:txBody>
          <a:bodyPr vert="horz" wrap="square" lIns="0" tIns="0" rIns="0" bIns="0" rtlCol="0">
            <a:spAutoFit/>
          </a:bodyPr>
          <a:lstStyle/>
          <a:p>
            <a:pPr algn="ctr"/>
            <a:r>
              <a:rPr lang="en-US" sz="1000">
                <a:solidFill>
                  <a:srgbClr val="5B697B"/>
                </a:solidFill>
                <a:latin typeface="Aptos" panose="020B0004020202020204" pitchFamily="34" charset="0"/>
              </a:rPr>
              <a:t>Verify account details and follow the password recovery process.</a:t>
            </a:r>
            <a:endParaRPr lang="en-PH" sz="1000">
              <a:solidFill>
                <a:srgbClr val="5B697B"/>
              </a:solidFill>
              <a:latin typeface="Aptos" panose="020B0004020202020204" pitchFamily="34" charset="0"/>
            </a:endParaRPr>
          </a:p>
        </p:txBody>
      </p:sp>
      <p:sp>
        <p:nvSpPr>
          <p:cNvPr id="17" name="Rectangle 16">
            <a:extLst>
              <a:ext uri="{FF2B5EF4-FFF2-40B4-BE49-F238E27FC236}">
                <a16:creationId xmlns:a16="http://schemas.microsoft.com/office/drawing/2014/main" id="{128F1A4C-5472-7A54-4840-AC346B83F28D}"/>
              </a:ext>
            </a:extLst>
          </p:cNvPr>
          <p:cNvSpPr/>
          <p:nvPr/>
        </p:nvSpPr>
        <p:spPr>
          <a:xfrm>
            <a:off x="457200" y="6477000"/>
            <a:ext cx="11277600" cy="12700"/>
          </a:xfrm>
          <a:prstGeom prst="rect">
            <a:avLst/>
          </a:prstGeom>
          <a:solidFill>
            <a:srgbClr val="DBE4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0DD0FE12-C698-1559-A04F-A4F0E59C2D4B}"/>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697B"/>
                </a:solidFill>
                <a:latin typeface="Aptos" panose="020B0004020202020204" pitchFamily="34" charset="0"/>
              </a:rPr>
              <a:t>CLO DOCUMENT TRACKING SYSTEM  |  ACTUAL SYSTEM SCREENSHOTS</a:t>
            </a:r>
            <a:endParaRPr lang="en-PH" sz="800">
              <a:solidFill>
                <a:srgbClr val="5B697B"/>
              </a:solidFill>
              <a:latin typeface="Aptos" panose="020B0004020202020204" pitchFamily="34" charset="0"/>
            </a:endParaRPr>
          </a:p>
        </p:txBody>
      </p:sp>
      <p:sp>
        <p:nvSpPr>
          <p:cNvPr id="19" name="TextBox 18">
            <a:extLst>
              <a:ext uri="{FF2B5EF4-FFF2-40B4-BE49-F238E27FC236}">
                <a16:creationId xmlns:a16="http://schemas.microsoft.com/office/drawing/2014/main" id="{B2836349-EB10-283F-3491-C8B6315142FE}"/>
              </a:ext>
            </a:extLst>
          </p:cNvPr>
          <p:cNvSpPr txBox="1"/>
          <p:nvPr/>
        </p:nvSpPr>
        <p:spPr>
          <a:xfrm>
            <a:off x="11112500" y="6553200"/>
            <a:ext cx="609600" cy="138499"/>
          </a:xfrm>
          <a:prstGeom prst="rect">
            <a:avLst/>
          </a:prstGeom>
          <a:noFill/>
        </p:spPr>
        <p:txBody>
          <a:bodyPr vert="horz" wrap="square" lIns="0" tIns="0" rIns="0" bIns="0" rtlCol="0">
            <a:spAutoFit/>
          </a:bodyPr>
          <a:lstStyle/>
          <a:p>
            <a:pPr algn="r"/>
            <a:r>
              <a:rPr lang="en-PH" sz="900" b="1">
                <a:solidFill>
                  <a:srgbClr val="5B697B"/>
                </a:solidFill>
                <a:latin typeface="Aptos" panose="020B0004020202020204" pitchFamily="34" charset="0"/>
              </a:rPr>
              <a:t>21</a:t>
            </a:r>
          </a:p>
        </p:txBody>
      </p:sp>
    </p:spTree>
    <p:extLst>
      <p:ext uri="{BB962C8B-B14F-4D97-AF65-F5344CB8AC3E}">
        <p14:creationId xmlns:p14="http://schemas.microsoft.com/office/powerpoint/2010/main" val="942241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3D89DB-C05E-A047-5BD4-CE054F7753D9}"/>
              </a:ext>
            </a:extLst>
          </p:cNvPr>
          <p:cNvSpPr/>
          <p:nvPr/>
        </p:nvSpPr>
        <p:spPr>
          <a:xfrm>
            <a:off x="0" y="0"/>
            <a:ext cx="12192000" cy="1092200"/>
          </a:xfrm>
          <a:prstGeom prst="rect">
            <a:avLst/>
          </a:prstGeom>
          <a:solidFill>
            <a:srgbClr val="10134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TextBox 2">
            <a:extLst>
              <a:ext uri="{FF2B5EF4-FFF2-40B4-BE49-F238E27FC236}">
                <a16:creationId xmlns:a16="http://schemas.microsoft.com/office/drawing/2014/main" id="{4ED4AB88-ACE6-4C6B-80CF-4C5DFC9079D9}"/>
              </a:ext>
            </a:extLst>
          </p:cNvPr>
          <p:cNvSpPr txBox="1"/>
          <p:nvPr/>
        </p:nvSpPr>
        <p:spPr>
          <a:xfrm>
            <a:off x="457200" y="190500"/>
            <a:ext cx="10287000" cy="384721"/>
          </a:xfrm>
          <a:prstGeom prst="rect">
            <a:avLst/>
          </a:prstGeom>
          <a:noFill/>
        </p:spPr>
        <p:txBody>
          <a:bodyPr vert="horz" wrap="square" lIns="0" tIns="0" rIns="0" bIns="0" rtlCol="0">
            <a:spAutoFit/>
          </a:bodyPr>
          <a:lstStyle/>
          <a:p>
            <a:r>
              <a:rPr lang="en-PH" sz="2500" b="1">
                <a:solidFill>
                  <a:srgbClr val="FFFFFF"/>
                </a:solidFill>
                <a:latin typeface="Aptos" panose="020B0004020202020204" pitchFamily="34" charset="0"/>
              </a:rPr>
              <a:t>Actual System: Import Documents</a:t>
            </a:r>
          </a:p>
        </p:txBody>
      </p:sp>
      <p:sp>
        <p:nvSpPr>
          <p:cNvPr id="4" name="TextBox 3">
            <a:extLst>
              <a:ext uri="{FF2B5EF4-FFF2-40B4-BE49-F238E27FC236}">
                <a16:creationId xmlns:a16="http://schemas.microsoft.com/office/drawing/2014/main" id="{3E799E31-5BAA-575E-FBFC-14F1630FD3DB}"/>
              </a:ext>
            </a:extLst>
          </p:cNvPr>
          <p:cNvSpPr txBox="1"/>
          <p:nvPr/>
        </p:nvSpPr>
        <p:spPr>
          <a:xfrm>
            <a:off x="482600" y="673100"/>
            <a:ext cx="10287000" cy="169277"/>
          </a:xfrm>
          <a:prstGeom prst="rect">
            <a:avLst/>
          </a:prstGeom>
          <a:noFill/>
        </p:spPr>
        <p:txBody>
          <a:bodyPr vert="horz" wrap="square" lIns="0" tIns="0" rIns="0" bIns="0" rtlCol="0">
            <a:spAutoFit/>
          </a:bodyPr>
          <a:lstStyle/>
          <a:p>
            <a:r>
              <a:rPr lang="en-US" sz="1100">
                <a:solidFill>
                  <a:srgbClr val="E7EEFA"/>
                </a:solidFill>
                <a:latin typeface="Aptos" panose="020B0004020202020204" pitchFamily="34" charset="0"/>
              </a:rPr>
              <a:t>INCOMING staff can upload and validate spreadsheet rows before importing documents.</a:t>
            </a:r>
            <a:endParaRPr lang="en-PH" sz="1100">
              <a:solidFill>
                <a:srgbClr val="E7EEFA"/>
              </a:solidFill>
              <a:latin typeface="Aptos" panose="020B0004020202020204" pitchFamily="34" charset="0"/>
            </a:endParaRPr>
          </a:p>
        </p:txBody>
      </p:sp>
      <p:pic>
        <p:nvPicPr>
          <p:cNvPr id="6" name="Picture 5">
            <a:extLst>
              <a:ext uri="{FF2B5EF4-FFF2-40B4-BE49-F238E27FC236}">
                <a16:creationId xmlns:a16="http://schemas.microsoft.com/office/drawing/2014/main" id="{0DE42C1D-B87A-90DB-5E80-64103C649B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391900" y="165100"/>
            <a:ext cx="609600" cy="609600"/>
          </a:xfrm>
          <a:prstGeom prst="rect">
            <a:avLst/>
          </a:prstGeom>
        </p:spPr>
      </p:pic>
      <p:sp>
        <p:nvSpPr>
          <p:cNvPr id="7" name="Rectangle: Rounded Corners 6">
            <a:extLst>
              <a:ext uri="{FF2B5EF4-FFF2-40B4-BE49-F238E27FC236}">
                <a16:creationId xmlns:a16="http://schemas.microsoft.com/office/drawing/2014/main" id="{9CD8DBFA-EC31-17E6-7CAF-DC954D9EBF80}"/>
              </a:ext>
            </a:extLst>
          </p:cNvPr>
          <p:cNvSpPr/>
          <p:nvPr/>
        </p:nvSpPr>
        <p:spPr>
          <a:xfrm>
            <a:off x="406400" y="1422400"/>
            <a:ext cx="7543800" cy="4279900"/>
          </a:xfrm>
          <a:prstGeom prst="roundRect">
            <a:avLst/>
          </a:prstGeom>
          <a:solidFill>
            <a:srgbClr val="FFFFFF"/>
          </a:solidFill>
          <a:ln w="12700">
            <a:solidFill>
              <a:srgbClr val="DCD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0AA5DCB2-0F69-4D49-3074-C7434AACDA7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2600" y="1498600"/>
            <a:ext cx="7391400" cy="4127500"/>
          </a:xfrm>
          <a:prstGeom prst="rect">
            <a:avLst/>
          </a:prstGeom>
        </p:spPr>
      </p:pic>
      <p:sp>
        <p:nvSpPr>
          <p:cNvPr id="10" name="TextBox 9">
            <a:extLst>
              <a:ext uri="{FF2B5EF4-FFF2-40B4-BE49-F238E27FC236}">
                <a16:creationId xmlns:a16="http://schemas.microsoft.com/office/drawing/2014/main" id="{1686E7F4-1239-39B0-FAFA-58A8CBB19233}"/>
              </a:ext>
            </a:extLst>
          </p:cNvPr>
          <p:cNvSpPr txBox="1"/>
          <p:nvPr/>
        </p:nvSpPr>
        <p:spPr>
          <a:xfrm>
            <a:off x="8331200" y="1587500"/>
            <a:ext cx="3251200" cy="261610"/>
          </a:xfrm>
          <a:prstGeom prst="rect">
            <a:avLst/>
          </a:prstGeom>
          <a:noFill/>
        </p:spPr>
        <p:txBody>
          <a:bodyPr vert="horz" wrap="square" lIns="0" tIns="0" rIns="0" bIns="0" rtlCol="0">
            <a:spAutoFit/>
          </a:bodyPr>
          <a:lstStyle/>
          <a:p>
            <a:r>
              <a:rPr lang="en-PH" sz="1700" b="1">
                <a:solidFill>
                  <a:srgbClr val="101348"/>
                </a:solidFill>
                <a:latin typeface="Aptos" panose="020B0004020202020204" pitchFamily="34" charset="0"/>
              </a:rPr>
              <a:t>IMPORT STEPS</a:t>
            </a:r>
          </a:p>
        </p:txBody>
      </p:sp>
      <p:sp>
        <p:nvSpPr>
          <p:cNvPr id="11" name="Rectangle: Rounded Corners 10">
            <a:extLst>
              <a:ext uri="{FF2B5EF4-FFF2-40B4-BE49-F238E27FC236}">
                <a16:creationId xmlns:a16="http://schemas.microsoft.com/office/drawing/2014/main" id="{43DA16AE-875E-B6DE-0191-C8C10CED64E3}"/>
              </a:ext>
            </a:extLst>
          </p:cNvPr>
          <p:cNvSpPr/>
          <p:nvPr/>
        </p:nvSpPr>
        <p:spPr>
          <a:xfrm>
            <a:off x="8255000" y="2171700"/>
            <a:ext cx="3505200" cy="876300"/>
          </a:xfrm>
          <a:prstGeom prst="roundRect">
            <a:avLst/>
          </a:prstGeom>
          <a:solidFill>
            <a:srgbClr val="E9EFF3"/>
          </a:solidFill>
          <a:ln>
            <a:solidFill>
              <a:srgbClr val="DCD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6C3B5D95-D3F3-FE26-B6B4-B3B54C3CA5C5}"/>
              </a:ext>
            </a:extLst>
          </p:cNvPr>
          <p:cNvSpPr txBox="1"/>
          <p:nvPr/>
        </p:nvSpPr>
        <p:spPr>
          <a:xfrm>
            <a:off x="8432800" y="2286000"/>
            <a:ext cx="3175000" cy="200055"/>
          </a:xfrm>
          <a:prstGeom prst="rect">
            <a:avLst/>
          </a:prstGeom>
          <a:noFill/>
        </p:spPr>
        <p:txBody>
          <a:bodyPr vert="horz" wrap="square" lIns="0" tIns="0" rIns="0" bIns="0" rtlCol="0">
            <a:spAutoFit/>
          </a:bodyPr>
          <a:lstStyle/>
          <a:p>
            <a:r>
              <a:rPr lang="en-PH" sz="1300" b="1">
                <a:solidFill>
                  <a:srgbClr val="101348"/>
                </a:solidFill>
                <a:latin typeface="Aptos" panose="020B0004020202020204" pitchFamily="34" charset="0"/>
              </a:rPr>
              <a:t>1. Select workbook</a:t>
            </a:r>
          </a:p>
        </p:txBody>
      </p:sp>
      <p:sp>
        <p:nvSpPr>
          <p:cNvPr id="13" name="TextBox 12">
            <a:extLst>
              <a:ext uri="{FF2B5EF4-FFF2-40B4-BE49-F238E27FC236}">
                <a16:creationId xmlns:a16="http://schemas.microsoft.com/office/drawing/2014/main" id="{1F23243A-ACD0-276E-59FB-1A68A74749E1}"/>
              </a:ext>
            </a:extLst>
          </p:cNvPr>
          <p:cNvSpPr txBox="1"/>
          <p:nvPr/>
        </p:nvSpPr>
        <p:spPr>
          <a:xfrm>
            <a:off x="8432800" y="2565400"/>
            <a:ext cx="3175000" cy="153888"/>
          </a:xfrm>
          <a:prstGeom prst="rect">
            <a:avLst/>
          </a:prstGeom>
          <a:noFill/>
        </p:spPr>
        <p:txBody>
          <a:bodyPr vert="horz" wrap="square" lIns="0" tIns="0" rIns="0" bIns="0" rtlCol="0">
            <a:spAutoFit/>
          </a:bodyPr>
          <a:lstStyle/>
          <a:p>
            <a:r>
              <a:rPr lang="en-US" sz="1000">
                <a:solidFill>
                  <a:srgbClr val="474842"/>
                </a:solidFill>
                <a:latin typeface="Aptos" panose="020B0004020202020204" pitchFamily="34" charset="0"/>
              </a:rPr>
              <a:t>Choose a valid .xlsx file using the sample template.</a:t>
            </a:r>
            <a:endParaRPr lang="en-PH" sz="1000">
              <a:solidFill>
                <a:srgbClr val="474842"/>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368A2FF5-8B4E-BCA9-2AAE-EBBC47EC49BA}"/>
              </a:ext>
            </a:extLst>
          </p:cNvPr>
          <p:cNvSpPr/>
          <p:nvPr/>
        </p:nvSpPr>
        <p:spPr>
          <a:xfrm>
            <a:off x="8255000" y="3149600"/>
            <a:ext cx="3505200" cy="876300"/>
          </a:xfrm>
          <a:prstGeom prst="roundRect">
            <a:avLst/>
          </a:prstGeom>
          <a:solidFill>
            <a:srgbClr val="E9EFF3"/>
          </a:solidFill>
          <a:ln>
            <a:solidFill>
              <a:srgbClr val="DCD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5" name="TextBox 14">
            <a:extLst>
              <a:ext uri="{FF2B5EF4-FFF2-40B4-BE49-F238E27FC236}">
                <a16:creationId xmlns:a16="http://schemas.microsoft.com/office/drawing/2014/main" id="{8717BA0D-9C99-0BAA-F435-3DD5FB197269}"/>
              </a:ext>
            </a:extLst>
          </p:cNvPr>
          <p:cNvSpPr txBox="1"/>
          <p:nvPr/>
        </p:nvSpPr>
        <p:spPr>
          <a:xfrm>
            <a:off x="8432800" y="3263900"/>
            <a:ext cx="3175000" cy="200055"/>
          </a:xfrm>
          <a:prstGeom prst="rect">
            <a:avLst/>
          </a:prstGeom>
          <a:noFill/>
        </p:spPr>
        <p:txBody>
          <a:bodyPr vert="horz" wrap="square" lIns="0" tIns="0" rIns="0" bIns="0" rtlCol="0">
            <a:spAutoFit/>
          </a:bodyPr>
          <a:lstStyle/>
          <a:p>
            <a:r>
              <a:rPr lang="en-PH" sz="1300" b="1">
                <a:solidFill>
                  <a:srgbClr val="101348"/>
                </a:solidFill>
                <a:latin typeface="Aptos" panose="020B0004020202020204" pitchFamily="34" charset="0"/>
              </a:rPr>
              <a:t>2. Preview and validate</a:t>
            </a:r>
          </a:p>
        </p:txBody>
      </p:sp>
      <p:sp>
        <p:nvSpPr>
          <p:cNvPr id="16" name="TextBox 15">
            <a:extLst>
              <a:ext uri="{FF2B5EF4-FFF2-40B4-BE49-F238E27FC236}">
                <a16:creationId xmlns:a16="http://schemas.microsoft.com/office/drawing/2014/main" id="{D62A50A0-0483-3EAD-53BC-FFD4E5BE3D94}"/>
              </a:ext>
            </a:extLst>
          </p:cNvPr>
          <p:cNvSpPr txBox="1"/>
          <p:nvPr/>
        </p:nvSpPr>
        <p:spPr>
          <a:xfrm>
            <a:off x="8432800" y="3543300"/>
            <a:ext cx="3175000" cy="153888"/>
          </a:xfrm>
          <a:prstGeom prst="rect">
            <a:avLst/>
          </a:prstGeom>
          <a:noFill/>
        </p:spPr>
        <p:txBody>
          <a:bodyPr vert="horz" wrap="square" lIns="0" tIns="0" rIns="0" bIns="0" rtlCol="0">
            <a:spAutoFit/>
          </a:bodyPr>
          <a:lstStyle/>
          <a:p>
            <a:r>
              <a:rPr lang="en-US" sz="1000">
                <a:solidFill>
                  <a:srgbClr val="474842"/>
                </a:solidFill>
                <a:latin typeface="Aptos" panose="020B0004020202020204" pitchFamily="34" charset="0"/>
              </a:rPr>
              <a:t>Review rows and fix missing or invalid values.</a:t>
            </a:r>
            <a:endParaRPr lang="en-PH" sz="1000">
              <a:solidFill>
                <a:srgbClr val="474842"/>
              </a:solidFill>
              <a:latin typeface="Aptos" panose="020B0004020202020204" pitchFamily="34" charset="0"/>
            </a:endParaRPr>
          </a:p>
        </p:txBody>
      </p:sp>
      <p:sp>
        <p:nvSpPr>
          <p:cNvPr id="17" name="Rectangle: Rounded Corners 16">
            <a:extLst>
              <a:ext uri="{FF2B5EF4-FFF2-40B4-BE49-F238E27FC236}">
                <a16:creationId xmlns:a16="http://schemas.microsoft.com/office/drawing/2014/main" id="{B6D8DE1F-BA32-193D-6976-44F1BBA8EE79}"/>
              </a:ext>
            </a:extLst>
          </p:cNvPr>
          <p:cNvSpPr/>
          <p:nvPr/>
        </p:nvSpPr>
        <p:spPr>
          <a:xfrm>
            <a:off x="8255000" y="4127500"/>
            <a:ext cx="3505200" cy="876300"/>
          </a:xfrm>
          <a:prstGeom prst="roundRect">
            <a:avLst/>
          </a:prstGeom>
          <a:solidFill>
            <a:srgbClr val="E9EFF3"/>
          </a:solidFill>
          <a:ln>
            <a:solidFill>
              <a:srgbClr val="DCD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4121D272-1AAB-5F64-4957-7798CB8F6F85}"/>
              </a:ext>
            </a:extLst>
          </p:cNvPr>
          <p:cNvSpPr txBox="1"/>
          <p:nvPr/>
        </p:nvSpPr>
        <p:spPr>
          <a:xfrm>
            <a:off x="8432800" y="4241800"/>
            <a:ext cx="3175000" cy="200055"/>
          </a:xfrm>
          <a:prstGeom prst="rect">
            <a:avLst/>
          </a:prstGeom>
          <a:noFill/>
        </p:spPr>
        <p:txBody>
          <a:bodyPr vert="horz" wrap="square" lIns="0" tIns="0" rIns="0" bIns="0" rtlCol="0">
            <a:spAutoFit/>
          </a:bodyPr>
          <a:lstStyle/>
          <a:p>
            <a:r>
              <a:rPr lang="en-PH" sz="1300" b="1">
                <a:solidFill>
                  <a:srgbClr val="101348"/>
                </a:solidFill>
                <a:latin typeface="Aptos" panose="020B0004020202020204" pitchFamily="34" charset="0"/>
              </a:rPr>
              <a:t>3. Confirm import</a:t>
            </a:r>
          </a:p>
        </p:txBody>
      </p:sp>
      <p:sp>
        <p:nvSpPr>
          <p:cNvPr id="19" name="TextBox 18">
            <a:extLst>
              <a:ext uri="{FF2B5EF4-FFF2-40B4-BE49-F238E27FC236}">
                <a16:creationId xmlns:a16="http://schemas.microsoft.com/office/drawing/2014/main" id="{5EF913EB-3342-6F60-1E56-432257C93CB1}"/>
              </a:ext>
            </a:extLst>
          </p:cNvPr>
          <p:cNvSpPr txBox="1"/>
          <p:nvPr/>
        </p:nvSpPr>
        <p:spPr>
          <a:xfrm>
            <a:off x="8432800" y="4521200"/>
            <a:ext cx="3175000" cy="153888"/>
          </a:xfrm>
          <a:prstGeom prst="rect">
            <a:avLst/>
          </a:prstGeom>
          <a:noFill/>
        </p:spPr>
        <p:txBody>
          <a:bodyPr vert="horz" wrap="square" lIns="0" tIns="0" rIns="0" bIns="0" rtlCol="0">
            <a:spAutoFit/>
          </a:bodyPr>
          <a:lstStyle/>
          <a:p>
            <a:r>
              <a:rPr lang="en-US" sz="1000">
                <a:solidFill>
                  <a:srgbClr val="474842"/>
                </a:solidFill>
                <a:latin typeface="Aptos" panose="020B0004020202020204" pitchFamily="34" charset="0"/>
              </a:rPr>
              <a:t>Import only after the preview is correct.</a:t>
            </a:r>
            <a:endParaRPr lang="en-PH" sz="1000">
              <a:solidFill>
                <a:srgbClr val="474842"/>
              </a:solidFill>
              <a:latin typeface="Aptos" panose="020B0004020202020204" pitchFamily="34" charset="0"/>
            </a:endParaRPr>
          </a:p>
        </p:txBody>
      </p:sp>
      <p:sp>
        <p:nvSpPr>
          <p:cNvPr id="20" name="Rectangle: Rounded Corners 19">
            <a:extLst>
              <a:ext uri="{FF2B5EF4-FFF2-40B4-BE49-F238E27FC236}">
                <a16:creationId xmlns:a16="http://schemas.microsoft.com/office/drawing/2014/main" id="{2A9AA09D-E132-171D-E260-047CE883236C}"/>
              </a:ext>
            </a:extLst>
          </p:cNvPr>
          <p:cNvSpPr/>
          <p:nvPr/>
        </p:nvSpPr>
        <p:spPr>
          <a:xfrm>
            <a:off x="8255000" y="5105400"/>
            <a:ext cx="3505200" cy="876300"/>
          </a:xfrm>
          <a:prstGeom prst="roundRect">
            <a:avLst/>
          </a:prstGeom>
          <a:solidFill>
            <a:srgbClr val="E9EFF3"/>
          </a:solidFill>
          <a:ln>
            <a:solidFill>
              <a:srgbClr val="DCDC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TextBox 20">
            <a:extLst>
              <a:ext uri="{FF2B5EF4-FFF2-40B4-BE49-F238E27FC236}">
                <a16:creationId xmlns:a16="http://schemas.microsoft.com/office/drawing/2014/main" id="{19DFF0E1-6959-DB16-75F2-609A047D59AF}"/>
              </a:ext>
            </a:extLst>
          </p:cNvPr>
          <p:cNvSpPr txBox="1"/>
          <p:nvPr/>
        </p:nvSpPr>
        <p:spPr>
          <a:xfrm>
            <a:off x="8432800" y="5219700"/>
            <a:ext cx="3175000" cy="200055"/>
          </a:xfrm>
          <a:prstGeom prst="rect">
            <a:avLst/>
          </a:prstGeom>
          <a:noFill/>
        </p:spPr>
        <p:txBody>
          <a:bodyPr vert="horz" wrap="square" lIns="0" tIns="0" rIns="0" bIns="0" rtlCol="0">
            <a:spAutoFit/>
          </a:bodyPr>
          <a:lstStyle/>
          <a:p>
            <a:r>
              <a:rPr lang="en-PH" sz="1300" b="1">
                <a:solidFill>
                  <a:srgbClr val="101348"/>
                </a:solidFill>
                <a:latin typeface="Aptos" panose="020B0004020202020204" pitchFamily="34" charset="0"/>
              </a:rPr>
              <a:t>4. Verify records</a:t>
            </a:r>
          </a:p>
        </p:txBody>
      </p:sp>
      <p:sp>
        <p:nvSpPr>
          <p:cNvPr id="22" name="TextBox 21">
            <a:extLst>
              <a:ext uri="{FF2B5EF4-FFF2-40B4-BE49-F238E27FC236}">
                <a16:creationId xmlns:a16="http://schemas.microsoft.com/office/drawing/2014/main" id="{685588E1-8238-1B54-61C9-B3A74B880AAB}"/>
              </a:ext>
            </a:extLst>
          </p:cNvPr>
          <p:cNvSpPr txBox="1"/>
          <p:nvPr/>
        </p:nvSpPr>
        <p:spPr>
          <a:xfrm>
            <a:off x="8432800" y="5499100"/>
            <a:ext cx="3175000" cy="153888"/>
          </a:xfrm>
          <a:prstGeom prst="rect">
            <a:avLst/>
          </a:prstGeom>
          <a:noFill/>
        </p:spPr>
        <p:txBody>
          <a:bodyPr vert="horz" wrap="square" lIns="0" tIns="0" rIns="0" bIns="0" rtlCol="0">
            <a:spAutoFit/>
          </a:bodyPr>
          <a:lstStyle/>
          <a:p>
            <a:r>
              <a:rPr lang="en-US" sz="1000">
                <a:solidFill>
                  <a:srgbClr val="474842"/>
                </a:solidFill>
                <a:latin typeface="Aptos" panose="020B0004020202020204" pitchFamily="34" charset="0"/>
              </a:rPr>
              <a:t>Check generated tracking numbers and assignments.</a:t>
            </a:r>
            <a:endParaRPr lang="en-PH" sz="1000">
              <a:solidFill>
                <a:srgbClr val="474842"/>
              </a:solidFill>
              <a:latin typeface="Aptos" panose="020B0004020202020204" pitchFamily="34" charset="0"/>
            </a:endParaRPr>
          </a:p>
        </p:txBody>
      </p:sp>
      <p:sp>
        <p:nvSpPr>
          <p:cNvPr id="23" name="TextBox 22">
            <a:extLst>
              <a:ext uri="{FF2B5EF4-FFF2-40B4-BE49-F238E27FC236}">
                <a16:creationId xmlns:a16="http://schemas.microsoft.com/office/drawing/2014/main" id="{A5282F4F-95FE-06FA-3F5D-3DCC6383658C}"/>
              </a:ext>
            </a:extLst>
          </p:cNvPr>
          <p:cNvSpPr txBox="1"/>
          <p:nvPr/>
        </p:nvSpPr>
        <p:spPr>
          <a:xfrm>
            <a:off x="8305800" y="6197600"/>
            <a:ext cx="3454400" cy="307777"/>
          </a:xfrm>
          <a:prstGeom prst="rect">
            <a:avLst/>
          </a:prstGeom>
          <a:noFill/>
        </p:spPr>
        <p:txBody>
          <a:bodyPr vert="horz" wrap="square" lIns="0" tIns="0" rIns="0" bIns="0" rtlCol="0">
            <a:spAutoFit/>
          </a:bodyPr>
          <a:lstStyle/>
          <a:p>
            <a:r>
              <a:rPr lang="en-US" sz="1000">
                <a:solidFill>
                  <a:srgbClr val="5B837B"/>
                </a:solidFill>
                <a:latin typeface="Aptos" panose="020B0004020202020204" pitchFamily="34" charset="0"/>
              </a:rPr>
              <a:t>Up to 500 rows and 10 MB per workbook. Required columns: Title, Document Type, Origin Department, Date Received.</a:t>
            </a:r>
            <a:endParaRPr lang="en-PH" sz="1000">
              <a:solidFill>
                <a:srgbClr val="5B837B"/>
              </a:solidFill>
              <a:latin typeface="Aptos" panose="020B0004020202020204" pitchFamily="34" charset="0"/>
            </a:endParaRPr>
          </a:p>
        </p:txBody>
      </p:sp>
      <p:sp>
        <p:nvSpPr>
          <p:cNvPr id="24" name="Rectangle 23">
            <a:extLst>
              <a:ext uri="{FF2B5EF4-FFF2-40B4-BE49-F238E27FC236}">
                <a16:creationId xmlns:a16="http://schemas.microsoft.com/office/drawing/2014/main" id="{23653FA9-91A3-37F6-9BE8-B449717F4FB2}"/>
              </a:ext>
            </a:extLst>
          </p:cNvPr>
          <p:cNvSpPr/>
          <p:nvPr/>
        </p:nvSpPr>
        <p:spPr>
          <a:xfrm>
            <a:off x="457200" y="6477000"/>
            <a:ext cx="11277600" cy="12700"/>
          </a:xfrm>
          <a:prstGeom prst="rect">
            <a:avLst/>
          </a:prstGeom>
          <a:solidFill>
            <a:srgbClr val="DCDC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5" name="TextBox 24">
            <a:extLst>
              <a:ext uri="{FF2B5EF4-FFF2-40B4-BE49-F238E27FC236}">
                <a16:creationId xmlns:a16="http://schemas.microsoft.com/office/drawing/2014/main" id="{A680DD0D-9F0B-60A7-4AA2-EA877EA2FFE9}"/>
              </a:ext>
            </a:extLst>
          </p:cNvPr>
          <p:cNvSpPr txBox="1"/>
          <p:nvPr/>
        </p:nvSpPr>
        <p:spPr>
          <a:xfrm>
            <a:off x="457200" y="6578600"/>
            <a:ext cx="9652000" cy="123111"/>
          </a:xfrm>
          <a:prstGeom prst="rect">
            <a:avLst/>
          </a:prstGeom>
          <a:noFill/>
        </p:spPr>
        <p:txBody>
          <a:bodyPr vert="horz" wrap="square" lIns="0" tIns="0" rIns="0" bIns="0" rtlCol="0">
            <a:spAutoFit/>
          </a:bodyPr>
          <a:lstStyle/>
          <a:p>
            <a:r>
              <a:rPr lang="en-US" sz="800">
                <a:solidFill>
                  <a:srgbClr val="5B837B"/>
                </a:solidFill>
                <a:latin typeface="Aptos" panose="020B0004020202020204" pitchFamily="34" charset="0"/>
              </a:rPr>
              <a:t>CLO DOCUMENT TRACKING SYSTEM  |  ACTUAL SYSTEM SCREENSHOT</a:t>
            </a:r>
            <a:endParaRPr lang="en-PH" sz="800">
              <a:solidFill>
                <a:srgbClr val="5B837B"/>
              </a:solidFill>
              <a:latin typeface="Aptos" panose="020B0004020202020204" pitchFamily="34" charset="0"/>
            </a:endParaRPr>
          </a:p>
        </p:txBody>
      </p:sp>
      <p:sp>
        <p:nvSpPr>
          <p:cNvPr id="26" name="TextBox 25">
            <a:extLst>
              <a:ext uri="{FF2B5EF4-FFF2-40B4-BE49-F238E27FC236}">
                <a16:creationId xmlns:a16="http://schemas.microsoft.com/office/drawing/2014/main" id="{B9B7AC72-B787-2326-864A-3BD89799CC0B}"/>
              </a:ext>
            </a:extLst>
          </p:cNvPr>
          <p:cNvSpPr txBox="1"/>
          <p:nvPr/>
        </p:nvSpPr>
        <p:spPr>
          <a:xfrm>
            <a:off x="11112500" y="6553200"/>
            <a:ext cx="609600" cy="138499"/>
          </a:xfrm>
          <a:prstGeom prst="rect">
            <a:avLst/>
          </a:prstGeom>
          <a:noFill/>
        </p:spPr>
        <p:txBody>
          <a:bodyPr vert="horz" wrap="square" lIns="0" tIns="0" rIns="0" bIns="0" rtlCol="0">
            <a:spAutoFit/>
          </a:bodyPr>
          <a:lstStyle/>
          <a:p>
            <a:r>
              <a:rPr lang="en-PH" sz="900" b="1">
                <a:solidFill>
                  <a:srgbClr val="5B837B"/>
                </a:solidFill>
                <a:latin typeface="Aptos" panose="020B0004020202020204" pitchFamily="34" charset="0"/>
              </a:rPr>
              <a:t>22</a:t>
            </a:r>
          </a:p>
        </p:txBody>
      </p:sp>
    </p:spTree>
    <p:extLst>
      <p:ext uri="{BB962C8B-B14F-4D97-AF65-F5344CB8AC3E}">
        <p14:creationId xmlns:p14="http://schemas.microsoft.com/office/powerpoint/2010/main" val="3282120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4360</Words>
  <Application>Microsoft Office PowerPoint</Application>
  <PresentationFormat>Widescreen</PresentationFormat>
  <Paragraphs>361</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june7rey@yahoo.com</dc:creator>
  <cp:lastModifiedBy>june7rey@yahoo.com</cp:lastModifiedBy>
  <cp:revision>2</cp:revision>
  <dcterms:created xsi:type="dcterms:W3CDTF">2026-10-13T05:16:47Z</dcterms:created>
  <dcterms:modified xsi:type="dcterms:W3CDTF">2026-10-13T06:26:31Z</dcterms:modified>
</cp:coreProperties>
</file>